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4" r:id="rId4"/>
  </p:sldMasterIdLst>
  <p:notesMasterIdLst>
    <p:notesMasterId r:id="rId20"/>
  </p:notesMasterIdLst>
  <p:handoutMasterIdLst>
    <p:handoutMasterId r:id="rId21"/>
  </p:handoutMasterIdLst>
  <p:sldIdLst>
    <p:sldId id="256" r:id="rId5"/>
    <p:sldId id="313" r:id="rId6"/>
    <p:sldId id="322" r:id="rId7"/>
    <p:sldId id="333" r:id="rId8"/>
    <p:sldId id="323" r:id="rId9"/>
    <p:sldId id="324" r:id="rId10"/>
    <p:sldId id="325" r:id="rId11"/>
    <p:sldId id="328" r:id="rId12"/>
    <p:sldId id="326" r:id="rId13"/>
    <p:sldId id="329" r:id="rId14"/>
    <p:sldId id="331" r:id="rId15"/>
    <p:sldId id="327" r:id="rId16"/>
    <p:sldId id="332" r:id="rId17"/>
    <p:sldId id="330" r:id="rId18"/>
    <p:sldId id="26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8598D"/>
    <a:srgbClr val="646C92"/>
    <a:srgbClr val="5A6B76"/>
    <a:srgbClr val="5A6E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505E3EF-67EA-436B-97B2-0124C06EBD24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inimized">
    <p:restoredLeft sz="14995" autoAdjust="0"/>
    <p:restoredTop sz="26667" autoAdjust="0"/>
  </p:normalViewPr>
  <p:slideViewPr>
    <p:cSldViewPr snapToGrid="0">
      <p:cViewPr>
        <p:scale>
          <a:sx n="50" d="100"/>
          <a:sy n="50" d="100"/>
        </p:scale>
        <p:origin x="1934" y="-5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FE52182-8ED2-2CD9-1769-D9951A9939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873A34-C368-6B6E-8816-ABC664A8575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2FBC06-9676-42B7-A8B4-279236EF9829}" type="datetimeFigureOut">
              <a:rPr lang="en-US" smtClean="0"/>
              <a:t>4/16/2025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355158-3742-8894-B074-C872916FE8A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6B5579-9D25-81D6-8171-2F8C3F5377E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B3735C-CF2D-4272-874B-84D65FE3CA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658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C63451-F71A-45EA-8B10-04A09C28CC19}" type="datetimeFigureOut">
              <a:rPr lang="en-US" smtClean="0"/>
              <a:t>4/16/2025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8B270D-091D-4ED2-8C85-0898DD7D9F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3118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141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0988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2925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messages are delivered within a known upper bound Δ\Delta. Even small network hiccups or delays can violate this. One delayed message = protocol failure or false suspicion of faults. protocols under synchrony are </a:t>
            </a:r>
            <a:r>
              <a:rPr lang="en-US" b="1" dirty="0"/>
              <a:t>fragile</a:t>
            </a:r>
            <a:r>
              <a:rPr lang="en-US" dirty="0"/>
              <a:t> in practical systems.</a:t>
            </a:r>
          </a:p>
          <a:p>
            <a:pPr>
              <a:buNone/>
            </a:pPr>
            <a:r>
              <a:rPr lang="en-US" dirty="0"/>
              <a:t>In the asynchronous model: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dirty="0"/>
              <a:t>No timing guarantees for message delivery or process execution. Deterministic consensus is </a:t>
            </a:r>
            <a:r>
              <a:rPr lang="en-US" b="1" dirty="0"/>
              <a:t>provably impossible.</a:t>
            </a:r>
            <a:r>
              <a:rPr lang="en-US" dirty="0"/>
              <a:t> This model is safe but severely limits what we can do. It tells us that we can’t achieve consensus unless we assume something changes.</a:t>
            </a:r>
          </a:p>
          <a:p>
            <a:pPr>
              <a:buNone/>
            </a:pPr>
            <a:r>
              <a:rPr lang="en-US" dirty="0"/>
              <a:t>Assumes the system is asynchronous </a:t>
            </a:r>
            <a:r>
              <a:rPr lang="en-US" b="1" dirty="0"/>
              <a:t>initially</a:t>
            </a:r>
            <a:r>
              <a:rPr lang="en-US" dirty="0"/>
              <a:t>, but eventually: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dirty="0"/>
              <a:t>Message delays are bounded.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dirty="0"/>
              <a:t>The network becomes synchronous </a:t>
            </a:r>
            <a:r>
              <a:rPr lang="en-US" b="1" dirty="0"/>
              <a:t>after an unknown point</a:t>
            </a:r>
            <a:r>
              <a:rPr lang="en-US" dirty="0"/>
              <a:t>, called the </a:t>
            </a:r>
            <a:r>
              <a:rPr lang="en-US" b="1" dirty="0"/>
              <a:t>Global Stabilization Time</a:t>
            </a:r>
          </a:p>
          <a:p>
            <a:pPr>
              <a:buNone/>
            </a:pPr>
            <a:r>
              <a:rPr lang="en-US" dirty="0"/>
              <a:t>It's still </a:t>
            </a:r>
            <a:r>
              <a:rPr lang="en-US" b="1" dirty="0"/>
              <a:t>uniform</a:t>
            </a:r>
            <a:r>
              <a:rPr lang="en-US" dirty="0"/>
              <a:t> across the network.</a:t>
            </a:r>
          </a:p>
          <a:p>
            <a:pPr>
              <a:buNone/>
            </a:pPr>
            <a:r>
              <a:rPr lang="en-US" dirty="0"/>
              <a:t>It provides no idea of </a:t>
            </a:r>
            <a:r>
              <a:rPr lang="en-US" i="1" dirty="0"/>
              <a:t>when</a:t>
            </a:r>
            <a:r>
              <a:rPr lang="en-US" dirty="0"/>
              <a:t> GST happens.</a:t>
            </a:r>
          </a:p>
          <a:p>
            <a:r>
              <a:rPr lang="en-US" dirty="0"/>
              <a:t>Until then, the system is vulnerable, and even after, delays can still cause unnecessary view changes.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Until GST, the system behaves just like asynchrony: no guarantees.</a:t>
            </a:r>
          </a:p>
          <a:p>
            <a:pPr>
              <a:buFont typeface="Arial" panose="020B0604020202020204" pitchFamily="34" charset="0"/>
              <a:buNone/>
            </a:pPr>
            <a:endParaRPr lang="en-US" dirty="0"/>
          </a:p>
          <a:p>
            <a:pPr>
              <a:buFont typeface="Arial" panose="020B0604020202020204" pitchFamily="34" charset="0"/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6526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The network is modeled as an </a:t>
            </a:r>
            <a:r>
              <a:rPr lang="en-US" b="1" dirty="0"/>
              <a:t>undirected graph</a:t>
            </a:r>
            <a:r>
              <a:rPr lang="en-US" dirty="0"/>
              <a:t> G=(V,E)G = (V, E)G=(V,E), where: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Nodes</a:t>
            </a:r>
            <a:r>
              <a:rPr lang="en-US" dirty="0"/>
              <a:t> are processes.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Edges</a:t>
            </a:r>
            <a:r>
              <a:rPr lang="en-US" dirty="0"/>
              <a:t> are communication links.</a:t>
            </a:r>
          </a:p>
          <a:p>
            <a:r>
              <a:rPr lang="en-US" dirty="0"/>
              <a:t>"This structure allows us to accurately reflect real network conditions, where some links are fast and reliable while others may be unreliable or under attack.“</a:t>
            </a:r>
          </a:p>
          <a:p>
            <a:pPr>
              <a:buNone/>
            </a:pPr>
            <a:r>
              <a:rPr lang="en-US" dirty="0"/>
              <a:t>Systems today often span </a:t>
            </a:r>
            <a:r>
              <a:rPr lang="en-US" b="1" dirty="0"/>
              <a:t>multiple datacenters, regions, and clouds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Internal datacenter links are often </a:t>
            </a:r>
            <a:r>
              <a:rPr lang="en-US" b="1" dirty="0"/>
              <a:t>synchronous</a:t>
            </a:r>
            <a:r>
              <a:rPr lang="en-US" dirty="0"/>
              <a:t>, while cross-region communication can be </a:t>
            </a:r>
            <a:r>
              <a:rPr lang="en-US" b="1" dirty="0"/>
              <a:t>variable</a:t>
            </a:r>
            <a:r>
              <a:rPr lang="en-US" dirty="0"/>
              <a:t>.</a:t>
            </a:r>
          </a:p>
          <a:p>
            <a:r>
              <a:rPr lang="en-US" dirty="0"/>
              <a:t>Granular synchrony allows us to </a:t>
            </a:r>
            <a:r>
              <a:rPr lang="en-US" b="1" dirty="0"/>
              <a:t>model this diversity</a:t>
            </a:r>
            <a:r>
              <a:rPr lang="en-US" dirty="0"/>
              <a:t> accurately within the same protocol.</a:t>
            </a:r>
          </a:p>
          <a:p>
            <a:r>
              <a:rPr lang="en-US" dirty="0"/>
              <a:t>Instead of assuming the entire system has one type of timing, we now capture each link’s behavior individually—just like it works in practice.“</a:t>
            </a:r>
          </a:p>
          <a:p>
            <a:r>
              <a:rPr lang="en-US" dirty="0"/>
              <a:t>3. This model doesn’t just replace the others—it includes them. So it becomes a superset that lets us reason more precisely.“</a:t>
            </a:r>
          </a:p>
          <a:p>
            <a:pPr>
              <a:buNone/>
            </a:pPr>
            <a:r>
              <a:rPr lang="en-US" dirty="0"/>
              <a:t>Traditional models require: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n&gt;2fn &gt; 2fn&gt;2f for crash fault tolerance (CFT).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n&gt;3fn &gt; 3fn&gt;3f for Byzantine fault tolerance (BFT).</a:t>
            </a:r>
          </a:p>
          <a:p>
            <a:r>
              <a:rPr lang="en-US" dirty="0"/>
              <a:t>With granular synchrony, we get the same fault tolerance </a:t>
            </a:r>
            <a:r>
              <a:rPr lang="en-US" i="1" dirty="0"/>
              <a:t>without needing the whole network to be synchronous</a:t>
            </a:r>
            <a:r>
              <a:rPr lang="en-US" dirty="0"/>
              <a:t>.“</a:t>
            </a:r>
          </a:p>
          <a:p>
            <a:r>
              <a:rPr lang="en-US" dirty="0"/>
              <a:t>These conditions let us precisely understand when consensus is possible—even in fragmented or partially unreliable networks.“</a:t>
            </a:r>
          </a:p>
          <a:p>
            <a:pPr>
              <a:buNone/>
            </a:pPr>
            <a:r>
              <a:rPr lang="en-US" dirty="0"/>
              <a:t>Even if </a:t>
            </a:r>
            <a:r>
              <a:rPr lang="en-US" b="1" dirty="0"/>
              <a:t>half the nodes crash</a:t>
            </a:r>
            <a:r>
              <a:rPr lang="en-US" dirty="0"/>
              <a:t> (</a:t>
            </a:r>
            <a:r>
              <a:rPr lang="en-US" dirty="0" err="1"/>
              <a:t>f≥n</a:t>
            </a:r>
            <a:r>
              <a:rPr lang="en-US" dirty="0"/>
              <a:t>/2f \</a:t>
            </a:r>
            <a:r>
              <a:rPr lang="en-US" dirty="0" err="1"/>
              <a:t>geq</a:t>
            </a:r>
            <a:r>
              <a:rPr lang="en-US" dirty="0"/>
              <a:t> n/2f≥n/2), consensus can still be achieved if the graph satisfies reachability.</a:t>
            </a:r>
          </a:p>
          <a:p>
            <a:r>
              <a:rPr lang="en-US" dirty="0"/>
              <a:t>Same for </a:t>
            </a:r>
            <a:r>
              <a:rPr lang="en-US" b="1" dirty="0"/>
              <a:t>Byzantine faults</a:t>
            </a:r>
            <a:r>
              <a:rPr lang="en-US" dirty="0"/>
              <a:t> with </a:t>
            </a:r>
            <a:r>
              <a:rPr lang="en-US" dirty="0" err="1"/>
              <a:t>f≥n</a:t>
            </a:r>
            <a:r>
              <a:rPr lang="en-US" dirty="0"/>
              <a:t>/3f \</a:t>
            </a:r>
            <a:r>
              <a:rPr lang="en-US" dirty="0" err="1"/>
              <a:t>geq</a:t>
            </a:r>
            <a:r>
              <a:rPr lang="en-US" dirty="0"/>
              <a:t> n/3f≥n/3—which is the theoretical limit for deterministic consensus.</a:t>
            </a:r>
          </a:p>
          <a:p>
            <a:r>
              <a:rPr lang="en-US" dirty="0"/>
              <a:t>This means the protocol can survive harsher fault scenarios—without compromising safety or liveness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176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Granular Synchrony lifts this limitation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Consensus is achievable </a:t>
            </a:r>
            <a:r>
              <a:rPr lang="en-US" b="1" dirty="0"/>
              <a:t>even with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f≥n</a:t>
            </a:r>
            <a:r>
              <a:rPr lang="en-US" dirty="0"/>
              <a:t>/2f \</a:t>
            </a:r>
            <a:r>
              <a:rPr lang="en-US" dirty="0" err="1"/>
              <a:t>geq</a:t>
            </a:r>
            <a:r>
              <a:rPr lang="en-US" dirty="0"/>
              <a:t> n/2f≥n/2 crash faults.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f≥n</a:t>
            </a:r>
            <a:r>
              <a:rPr lang="en-US" dirty="0"/>
              <a:t>/3f \</a:t>
            </a:r>
            <a:r>
              <a:rPr lang="en-US" dirty="0" err="1"/>
              <a:t>geq</a:t>
            </a:r>
            <a:r>
              <a:rPr lang="en-US" dirty="0"/>
              <a:t> n/3f≥n/3 Byzantine faults.</a:t>
            </a:r>
          </a:p>
          <a:p>
            <a:pPr marL="0" lvl="0" indent="0">
              <a:buFont typeface="Arial" panose="020B0604020202020204" pitchFamily="34" charset="0"/>
              <a:buNone/>
            </a:pPr>
            <a:r>
              <a:rPr lang="en-US" dirty="0"/>
              <a:t>The model doesn’t just match traditional tolerances—it pushes them to their theoretical limits in more realistic network conditions</a:t>
            </a:r>
          </a:p>
          <a:p>
            <a:pPr>
              <a:buNone/>
            </a:pPr>
            <a:r>
              <a:rPr lang="en-US" dirty="0"/>
              <a:t>3. Ensures </a:t>
            </a:r>
            <a:r>
              <a:rPr lang="en-US" b="1" dirty="0"/>
              <a:t>agreement and termination</a:t>
            </a:r>
            <a:r>
              <a:rPr lang="en-US" dirty="0"/>
              <a:t> even when only some links are fast or reliable.</a:t>
            </a:r>
          </a:p>
          <a:p>
            <a:r>
              <a:rPr lang="en-US" dirty="0"/>
              <a:t>These bounds hold </a:t>
            </a:r>
            <a:r>
              <a:rPr lang="en-US" b="1" dirty="0"/>
              <a:t>without requiring full network synchrony</a:t>
            </a:r>
            <a:r>
              <a:rPr lang="en-US" dirty="0"/>
              <a:t>.</a:t>
            </a:r>
          </a:p>
          <a:p>
            <a:pPr marL="0" lvl="0" indent="0">
              <a:buFont typeface="Arial" panose="020B0604020202020204" pitchFamily="34" charset="0"/>
              <a:buNone/>
            </a:pPr>
            <a:r>
              <a:rPr lang="en-US" dirty="0"/>
              <a:t>"Even if only part of the network is stable and connected, consensus can still happen because the protocol leverages graph topology.</a:t>
            </a:r>
          </a:p>
          <a:p>
            <a:pPr>
              <a:buNone/>
            </a:pPr>
            <a:r>
              <a:rPr lang="en-US" dirty="0"/>
              <a:t>Only </a:t>
            </a:r>
            <a:r>
              <a:rPr lang="en-US" b="1" dirty="0"/>
              <a:t>local synchrony</a:t>
            </a:r>
            <a:r>
              <a:rPr lang="en-US" dirty="0"/>
              <a:t> on some paths is needed.</a:t>
            </a:r>
          </a:p>
          <a:p>
            <a:r>
              <a:rPr lang="en-US" dirty="0"/>
              <a:t>System can function under </a:t>
            </a:r>
            <a:r>
              <a:rPr lang="en-US" b="1" dirty="0"/>
              <a:t>mixed timing conditions</a:t>
            </a:r>
            <a:r>
              <a:rPr lang="en-US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"This drastically reduces the assumptions we place on the network, making protocols more robust and more deployable.“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system knows how to pick a stable leader and when to switch—ensuring forward progress even in tough conditions."</a:t>
            </a:r>
          </a:p>
          <a:p>
            <a:pPr>
              <a:buNone/>
            </a:pPr>
            <a:r>
              <a:rPr lang="en-US" dirty="0"/>
              <a:t>Reduces unnecessary leader replacements.</a:t>
            </a:r>
          </a:p>
          <a:p>
            <a:r>
              <a:rPr lang="en-US" dirty="0"/>
              <a:t>Maintains consensus </a:t>
            </a:r>
            <a:r>
              <a:rPr lang="en-US" b="1" dirty="0"/>
              <a:t>even under adversarial message delays or equivocation attempts</a:t>
            </a:r>
            <a:r>
              <a:rPr lang="en-US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0352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A network model where links can be: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Synchronous</a:t>
            </a:r>
            <a:r>
              <a:rPr lang="en-US" dirty="0"/>
              <a:t> – bounded message delay Δ\</a:t>
            </a:r>
            <a:r>
              <a:rPr lang="en-US" dirty="0" err="1"/>
              <a:t>DeltaΔ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Partially synchronous</a:t>
            </a:r>
            <a:r>
              <a:rPr lang="en-US" dirty="0"/>
              <a:t> – bounded delay after an unknown stabilization time (GST)</a:t>
            </a:r>
          </a:p>
          <a:p>
            <a:pPr>
              <a:buNone/>
            </a:pPr>
            <a:r>
              <a:rPr lang="en-US" dirty="0"/>
              <a:t>Consensus is achievable if </a:t>
            </a:r>
            <a:r>
              <a:rPr lang="en-US" b="1" dirty="0"/>
              <a:t>any n−</a:t>
            </a:r>
            <a:r>
              <a:rPr lang="en-US" b="1" dirty="0" err="1"/>
              <a:t>fn</a:t>
            </a:r>
            <a:r>
              <a:rPr lang="en-US" b="1" dirty="0"/>
              <a:t> - </a:t>
            </a:r>
            <a:r>
              <a:rPr lang="en-US" b="1" dirty="0" err="1"/>
              <a:t>fn</a:t>
            </a:r>
            <a:r>
              <a:rPr lang="en-US" b="1" dirty="0"/>
              <a:t>−f nodes</a:t>
            </a:r>
            <a:r>
              <a:rPr lang="en-US" dirty="0"/>
              <a:t> can communicate with </a:t>
            </a:r>
            <a:r>
              <a:rPr lang="en-US" b="1" dirty="0"/>
              <a:t>at least f+1f + 1f+1 nodes</a:t>
            </a:r>
            <a:r>
              <a:rPr lang="en-US" dirty="0"/>
              <a:t> via </a:t>
            </a:r>
            <a:r>
              <a:rPr lang="en-US" b="1" dirty="0"/>
              <a:t>synchronous paths</a:t>
            </a:r>
            <a:r>
              <a:rPr lang="en-US" dirty="0"/>
              <a:t>.</a:t>
            </a:r>
          </a:p>
          <a:p>
            <a:r>
              <a:rPr lang="en-US" dirty="0"/>
              <a:t>Prevents </a:t>
            </a:r>
            <a:r>
              <a:rPr lang="en-US" b="1" dirty="0"/>
              <a:t>isolated subgroups</a:t>
            </a:r>
            <a:r>
              <a:rPr lang="en-US" dirty="0"/>
              <a:t> from committing conflicting decisions.</a:t>
            </a:r>
          </a:p>
          <a:p>
            <a:r>
              <a:rPr lang="en-US" dirty="0"/>
              <a:t>Even if the network is not fully synchronous, as long as there are enough </a:t>
            </a:r>
            <a:r>
              <a:rPr lang="en-US" b="1" dirty="0"/>
              <a:t>synchronous pathways</a:t>
            </a:r>
            <a:r>
              <a:rPr lang="en-US" dirty="0"/>
              <a:t>, the system can maintain agreement and make progress.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 model reflects systems like cloud clusters where most links are fast but some may experience delays. We don’t need full synchrony—we just need good connectivity between quorums.“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Granular Partial Synchrony</a:t>
            </a:r>
            <a:r>
              <a:rPr lang="en-US" dirty="0"/>
              <a:t> is suitable for controlled, semi-stable networks </a:t>
            </a:r>
          </a:p>
          <a:p>
            <a:r>
              <a:rPr lang="en-US" dirty="0"/>
              <a:t>Asynchrony</a:t>
            </a:r>
          </a:p>
          <a:p>
            <a:pPr>
              <a:buNone/>
            </a:pPr>
            <a:r>
              <a:rPr lang="en-US" dirty="0"/>
              <a:t>A generalization that includes: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Asynchronous links</a:t>
            </a:r>
            <a:r>
              <a:rPr lang="en-US" dirty="0"/>
              <a:t> (no delay guarantees)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Still supports synchronous and partially synchronous links</a:t>
            </a:r>
          </a:p>
          <a:p>
            <a:r>
              <a:rPr lang="en-US" dirty="0"/>
              <a:t>Works even in </a:t>
            </a:r>
            <a:r>
              <a:rPr lang="en-US" b="1" dirty="0"/>
              <a:t>harsh or adversarial networks</a:t>
            </a:r>
            <a:r>
              <a:rPr lang="en-US" dirty="0"/>
              <a:t>, where only parts of the system behave reliably</a:t>
            </a:r>
          </a:p>
          <a:p>
            <a:r>
              <a:rPr lang="en-US" dirty="0"/>
              <a:t>This captures internet-scale systems or federated systems where some paths are reliable and others are not. As long as the reliable core stays connected, we can still safely reach consensus.“</a:t>
            </a:r>
          </a:p>
          <a:p>
            <a:r>
              <a:rPr lang="en-US" b="1" dirty="0"/>
              <a:t>Granular Asynchrony</a:t>
            </a:r>
            <a:r>
              <a:rPr lang="en-US" dirty="0"/>
              <a:t> pushes the boundary to </a:t>
            </a:r>
            <a:r>
              <a:rPr lang="en-US" b="1" dirty="0"/>
              <a:t>more unpredictable, dynamic, or adversarial environments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35936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Crash Fault Tolerance (CFT)</a:t>
            </a:r>
            <a:r>
              <a:rPr lang="en-US" dirty="0"/>
              <a:t> refers to a system's ability to reach consensus even when some nodes </a:t>
            </a:r>
            <a:r>
              <a:rPr lang="en-US" b="1" dirty="0"/>
              <a:t>fail silently</a:t>
            </a:r>
            <a:r>
              <a:rPr lang="en-US" dirty="0"/>
              <a:t>—i.e., they stop responding but do not act maliciously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Traditional CFT protocols tolerate up to </a:t>
            </a:r>
            <a:r>
              <a:rPr lang="en-US" dirty="0" err="1"/>
              <a:t>fff</a:t>
            </a:r>
            <a:r>
              <a:rPr lang="en-US" dirty="0"/>
              <a:t> crash faults only if n&gt;2fn &gt; 2fn&gt;2f, to ensure quorums can </a:t>
            </a:r>
            <a:r>
              <a:rPr lang="en-US" b="1" dirty="0"/>
              <a:t>overlap and detect failures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Crash faults are common due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Hardware crashes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Power outages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Network disconnections</a:t>
            </a:r>
          </a:p>
          <a:p>
            <a:r>
              <a:rPr lang="en-US" dirty="0"/>
              <a:t>In </a:t>
            </a:r>
            <a:r>
              <a:rPr lang="en-US" b="1" dirty="0"/>
              <a:t>granular synchrony</a:t>
            </a:r>
            <a:r>
              <a:rPr lang="en-US" dirty="0"/>
              <a:t>, consensus can still be achieved with </a:t>
            </a:r>
            <a:r>
              <a:rPr lang="en-US" b="1" dirty="0"/>
              <a:t>up to half the nodes crashing</a:t>
            </a:r>
            <a:r>
              <a:rPr lang="en-US" dirty="0"/>
              <a:t>, provided certain graph connectivity conditions are met.</a:t>
            </a:r>
          </a:p>
          <a:p>
            <a:r>
              <a:rPr lang="en-US" dirty="0"/>
              <a:t>This </a:t>
            </a:r>
            <a:r>
              <a:rPr lang="en-US" b="1" dirty="0"/>
              <a:t>exceeds traditional limits</a:t>
            </a:r>
            <a:r>
              <a:rPr lang="en-US" dirty="0"/>
              <a:t> and provides greater resilience.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key requirement: </a:t>
            </a:r>
            <a:r>
              <a:rPr lang="en-US" b="1" dirty="0"/>
              <a:t>Any quorum of n−</a:t>
            </a:r>
            <a:r>
              <a:rPr lang="en-US" b="1" dirty="0" err="1"/>
              <a:t>fn</a:t>
            </a:r>
            <a:r>
              <a:rPr lang="en-US" b="1" dirty="0"/>
              <a:t> - </a:t>
            </a:r>
            <a:r>
              <a:rPr lang="en-US" b="1" dirty="0" err="1"/>
              <a:t>fn</a:t>
            </a:r>
            <a:r>
              <a:rPr lang="en-US" b="1" dirty="0"/>
              <a:t>−f nodes</a:t>
            </a:r>
            <a:r>
              <a:rPr lang="en-US" dirty="0"/>
              <a:t> must be able to </a:t>
            </a:r>
            <a:r>
              <a:rPr lang="en-US" b="1" dirty="0"/>
              <a:t>communicate synchronously</a:t>
            </a:r>
            <a:r>
              <a:rPr lang="en-US" dirty="0"/>
              <a:t> with </a:t>
            </a:r>
            <a:r>
              <a:rPr lang="en-US" b="1" dirty="0"/>
              <a:t>at least f+1f + 1f+1</a:t>
            </a:r>
            <a:r>
              <a:rPr lang="en-US" dirty="0"/>
              <a:t> nodes.</a:t>
            </a:r>
          </a:p>
          <a:p>
            <a:r>
              <a:rPr lang="en-US" dirty="0"/>
              <a:t>This ensures that decisions made by one large group can always reach a smaller critical group that confirms or finalizes it.“</a:t>
            </a:r>
          </a:p>
          <a:p>
            <a:r>
              <a:rPr lang="en-US" dirty="0"/>
              <a:t>If the network were partitioned—i.e., split into disconnected groups—two sets of nodes might </a:t>
            </a:r>
            <a:r>
              <a:rPr lang="en-US" b="1" dirty="0"/>
              <a:t>commit different values</a:t>
            </a:r>
            <a:r>
              <a:rPr lang="en-US" dirty="0"/>
              <a:t>.</a:t>
            </a:r>
          </a:p>
          <a:p>
            <a:r>
              <a:rPr lang="en-US" dirty="0"/>
              <a:t>Granular synchrony’s connectivity rules </a:t>
            </a:r>
            <a:r>
              <a:rPr lang="en-US" b="1" dirty="0"/>
              <a:t>prevent this</a:t>
            </a:r>
            <a:r>
              <a:rPr lang="en-US" dirty="0"/>
              <a:t> by ensuring </a:t>
            </a:r>
            <a:r>
              <a:rPr lang="en-US" b="1" dirty="0"/>
              <a:t>message flow continuity</a:t>
            </a:r>
            <a:r>
              <a:rPr lang="en-US" dirty="0"/>
              <a:t>.</a:t>
            </a:r>
            <a:endParaRPr lang="en-IN" dirty="0"/>
          </a:p>
          <a:p>
            <a:r>
              <a:rPr lang="en-US" dirty="0"/>
              <a:t>This makes the protocol adaptive—it can work with fast datacenter links, unstable WAN paths, or even a mix."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76691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node sends a </a:t>
            </a:r>
            <a:r>
              <a:rPr lang="en-US" b="1" dirty="0"/>
              <a:t>⟨Status⟩ message</a:t>
            </a:r>
            <a:r>
              <a:rPr lang="en-US" dirty="0"/>
              <a:t> to the designated leader of the current view</a:t>
            </a:r>
          </a:p>
          <a:p>
            <a:r>
              <a:rPr lang="en-US" dirty="0"/>
              <a:t>This step helps the leader decide what value is safe to propose based on what other nodes have already seen.“</a:t>
            </a:r>
          </a:p>
          <a:p>
            <a:pPr>
              <a:buNone/>
            </a:pPr>
            <a:r>
              <a:rPr lang="en-US" dirty="0"/>
              <a:t>If no locks are received, the leader can </a:t>
            </a:r>
            <a:r>
              <a:rPr lang="en-US" b="1" dirty="0"/>
              <a:t>propose its own input</a:t>
            </a:r>
            <a:r>
              <a:rPr lang="en-US" dirty="0"/>
              <a:t>.</a:t>
            </a:r>
          </a:p>
          <a:p>
            <a:r>
              <a:rPr lang="en-US" dirty="0"/>
              <a:t>This selection mechanism avoids conflicting values.</a:t>
            </a:r>
          </a:p>
          <a:p>
            <a:pPr>
              <a:buNone/>
            </a:pPr>
            <a:r>
              <a:rPr lang="en-US" dirty="0"/>
              <a:t>Upon receiving a valid proposal, each node: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Updates its </a:t>
            </a:r>
            <a:r>
              <a:rPr lang="en-US" b="1" dirty="0"/>
              <a:t>lock</a:t>
            </a:r>
            <a:r>
              <a:rPr lang="en-US" dirty="0"/>
              <a:t> to reflect the proposal (view, value).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Sends a </a:t>
            </a:r>
            <a:r>
              <a:rPr lang="en-US" b="1" dirty="0"/>
              <a:t>⟨Vote⟩ message</a:t>
            </a:r>
            <a:r>
              <a:rPr lang="en-US" dirty="0"/>
              <a:t> to all nodes.</a:t>
            </a:r>
          </a:p>
          <a:p>
            <a:pPr>
              <a:buNone/>
            </a:pPr>
            <a:r>
              <a:rPr lang="en-US" dirty="0"/>
              <a:t>If a node receives at least </a:t>
            </a:r>
            <a:r>
              <a:rPr lang="en-US" b="1" dirty="0"/>
              <a:t>n−</a:t>
            </a:r>
            <a:r>
              <a:rPr lang="en-US" b="1" dirty="0" err="1"/>
              <a:t>fn</a:t>
            </a:r>
            <a:r>
              <a:rPr lang="en-US" b="1" dirty="0"/>
              <a:t> - </a:t>
            </a:r>
            <a:r>
              <a:rPr lang="en-US" b="1" dirty="0" err="1"/>
              <a:t>fn</a:t>
            </a:r>
            <a:r>
              <a:rPr lang="en-US" b="1" dirty="0"/>
              <a:t>−f</a:t>
            </a:r>
            <a:r>
              <a:rPr lang="en-US" dirty="0"/>
              <a:t> matching votes for a value, it: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Sends a </a:t>
            </a:r>
            <a:r>
              <a:rPr lang="en-US" b="1" dirty="0"/>
              <a:t>⟨Commit⟩ message</a:t>
            </a:r>
            <a:r>
              <a:rPr lang="en-US" dirty="0"/>
              <a:t> to all nodes.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Commits</a:t>
            </a:r>
            <a:r>
              <a:rPr lang="en-US" dirty="0"/>
              <a:t> the value and </a:t>
            </a:r>
            <a:r>
              <a:rPr lang="en-US" b="1" dirty="0"/>
              <a:t>terminates</a:t>
            </a:r>
            <a:endParaRPr lang="en-US" dirty="0"/>
          </a:p>
          <a:p>
            <a:r>
              <a:rPr lang="en-US" dirty="0"/>
              <a:t>This ensures </a:t>
            </a:r>
            <a:r>
              <a:rPr lang="en-US" b="1" dirty="0"/>
              <a:t>fast propagation</a:t>
            </a:r>
            <a:r>
              <a:rPr lang="en-US" dirty="0"/>
              <a:t> of decisions after quorum is reached</a:t>
            </a:r>
          </a:p>
          <a:p>
            <a:pPr>
              <a:buNone/>
            </a:pPr>
            <a:r>
              <a:rPr lang="en-US" dirty="0"/>
              <a:t>If a node </a:t>
            </a:r>
            <a:r>
              <a:rPr lang="en-US" b="1" dirty="0"/>
              <a:t>times out</a:t>
            </a:r>
            <a:r>
              <a:rPr lang="en-US" dirty="0"/>
              <a:t> without committing: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sends a </a:t>
            </a:r>
            <a:r>
              <a:rPr lang="en-US" b="1" dirty="0"/>
              <a:t>⟨</a:t>
            </a:r>
            <a:r>
              <a:rPr lang="en-US" b="1" dirty="0" err="1"/>
              <a:t>NewView</a:t>
            </a:r>
            <a:r>
              <a:rPr lang="en-US" b="1" dirty="0"/>
              <a:t>⟩ message</a:t>
            </a:r>
            <a:r>
              <a:rPr lang="en-US" dirty="0"/>
              <a:t> to all nodes.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When n−</a:t>
            </a:r>
            <a:r>
              <a:rPr lang="en-US" dirty="0" err="1"/>
              <a:t>fn</a:t>
            </a:r>
            <a:r>
              <a:rPr lang="en-US" dirty="0"/>
              <a:t> - </a:t>
            </a:r>
            <a:r>
              <a:rPr lang="en-US" dirty="0" err="1"/>
              <a:t>fn</a:t>
            </a:r>
            <a:r>
              <a:rPr lang="en-US" dirty="0"/>
              <a:t>−f such messages are seen, nodes </a:t>
            </a:r>
            <a:r>
              <a:rPr lang="en-US" b="1" dirty="0"/>
              <a:t>switch views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Only </a:t>
            </a:r>
            <a:r>
              <a:rPr lang="en-US" b="1" dirty="0"/>
              <a:t>one value per view</a:t>
            </a:r>
            <a:r>
              <a:rPr lang="en-US" dirty="0"/>
              <a:t> is proposed by design.</a:t>
            </a:r>
          </a:p>
          <a:p>
            <a:r>
              <a:rPr lang="en-US" dirty="0"/>
              <a:t>Locks prevent a node from accepting a conflicting value in later views.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236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Asynchronous links</a:t>
            </a:r>
            <a:r>
              <a:rPr lang="en-US" dirty="0"/>
              <a:t> have </a:t>
            </a:r>
            <a:r>
              <a:rPr lang="en-US" b="1" dirty="0"/>
              <a:t>no delivery guarantees</a:t>
            </a:r>
            <a:r>
              <a:rPr lang="en-US" dirty="0"/>
              <a:t>—they may delay indefinitely or even be </a:t>
            </a:r>
            <a:r>
              <a:rPr lang="en-US" dirty="0" err="1"/>
              <a:t>adversarially</a:t>
            </a:r>
            <a:r>
              <a:rPr lang="en-US" dirty="0"/>
              <a:t> delayed.</a:t>
            </a:r>
          </a:p>
          <a:p>
            <a:r>
              <a:rPr lang="en-US" dirty="0"/>
              <a:t>If nodes rely on such links for coordination, </a:t>
            </a:r>
            <a:r>
              <a:rPr lang="en-US" b="1" dirty="0"/>
              <a:t>they may never receive critical messages</a:t>
            </a:r>
            <a:r>
              <a:rPr lang="en-US" dirty="0"/>
              <a:t>, leading to permanent indecision.</a:t>
            </a:r>
          </a:p>
          <a:p>
            <a:pPr>
              <a:buNone/>
            </a:pPr>
            <a:r>
              <a:rPr lang="en-US" b="1" dirty="0"/>
              <a:t>Consensus is only possible if</a:t>
            </a:r>
            <a:r>
              <a:rPr lang="en-US" dirty="0"/>
              <a:t>, after removing: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All </a:t>
            </a:r>
            <a:r>
              <a:rPr lang="en-US" b="1" dirty="0"/>
              <a:t>faulty nodes</a:t>
            </a:r>
            <a:r>
              <a:rPr lang="en-US" dirty="0"/>
              <a:t> (up to </a:t>
            </a:r>
            <a:r>
              <a:rPr lang="en-US" dirty="0" err="1"/>
              <a:t>fff</a:t>
            </a:r>
            <a:r>
              <a:rPr lang="en-US" dirty="0"/>
              <a:t>), and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All </a:t>
            </a:r>
            <a:r>
              <a:rPr lang="en-US" b="1" dirty="0"/>
              <a:t>asynchronous links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the </a:t>
            </a:r>
            <a:r>
              <a:rPr lang="en-US" b="1" dirty="0"/>
              <a:t>remaining network graph</a:t>
            </a:r>
            <a:r>
              <a:rPr lang="en-US" dirty="0"/>
              <a:t> contains a </a:t>
            </a:r>
            <a:r>
              <a:rPr lang="en-US" b="1" dirty="0"/>
              <a:t>connected component with at least n−f</a:t>
            </a:r>
            <a:r>
              <a:rPr lang="en-US" dirty="0"/>
              <a:t> nodes.</a:t>
            </a:r>
          </a:p>
          <a:p>
            <a:pPr>
              <a:buNone/>
            </a:pPr>
            <a:r>
              <a:rPr lang="en-US" dirty="0"/>
              <a:t>Without this condition, the network could become </a:t>
            </a:r>
            <a:r>
              <a:rPr lang="en-US" b="1" dirty="0"/>
              <a:t>fragmented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Groups of correct nodes may be isolated from each other.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Some nodes might wait forever for responses from unreachable peers.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We’re not depending on the entire network—just a big enough part of it that works well enough to carry the protocol forward."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0186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Byzantine Faults Go Beyond Crashes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 the Byzantine model, faulty nodes can behave </a:t>
            </a:r>
            <a:r>
              <a:rPr lang="en-US" b="1" dirty="0"/>
              <a:t>arbitrarily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Send </a:t>
            </a:r>
            <a:r>
              <a:rPr lang="en-US" b="1" dirty="0"/>
              <a:t>conflicting messages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Lie</a:t>
            </a:r>
            <a:r>
              <a:rPr lang="en-US" dirty="0"/>
              <a:t> about their state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Collude</a:t>
            </a:r>
            <a:r>
              <a:rPr lang="en-US" dirty="0"/>
              <a:t> with other faulty nodes to disrupt consensus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These are </a:t>
            </a:r>
            <a:r>
              <a:rPr lang="en-US" b="1" dirty="0"/>
              <a:t>the most dangerous types of faults</a:t>
            </a:r>
            <a:r>
              <a:rPr lang="en-US" dirty="0"/>
              <a:t> in distributed systems</a:t>
            </a:r>
          </a:p>
          <a:p>
            <a:pPr>
              <a:buNone/>
            </a:pPr>
            <a:r>
              <a:rPr lang="en-US" b="1" dirty="0"/>
              <a:t>. Granular Synchrony Enables BFT Beyond Classic Limits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Traditionally, </a:t>
            </a:r>
            <a:r>
              <a:rPr lang="en-US" b="1" dirty="0"/>
              <a:t>Byzantine consensus</a:t>
            </a:r>
            <a:r>
              <a:rPr lang="en-US" dirty="0"/>
              <a:t> is only possible if n&gt;3fn &gt; 3fn&gt;3f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Granular synchrony achieves consensus </a:t>
            </a:r>
            <a:r>
              <a:rPr lang="en-US" b="1" dirty="0"/>
              <a:t>even when </a:t>
            </a:r>
            <a:r>
              <a:rPr lang="en-US" b="1" dirty="0" err="1"/>
              <a:t>f≥n</a:t>
            </a:r>
            <a:r>
              <a:rPr lang="en-US" b="1" dirty="0"/>
              <a:t>/3</a:t>
            </a:r>
            <a:r>
              <a:rPr lang="en-US" dirty="0"/>
              <a:t>, as long as certain </a:t>
            </a:r>
            <a:r>
              <a:rPr lang="en-US" b="1" dirty="0"/>
              <a:t>connectivity conditions</a:t>
            </a:r>
            <a:r>
              <a:rPr lang="en-US" dirty="0"/>
              <a:t> are met.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ensures that there’s no way for honest nodes to be isolated or tricked by Byzantine ones—there’s always a path for the truth to spread."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"Partitioning is how adversaries win. This model guarantees they can’t isolate or confuse enough of the honest nodes to succeed.“</a:t>
            </a:r>
          </a:p>
          <a:p>
            <a:pPr>
              <a:buNone/>
            </a:pPr>
            <a:r>
              <a:rPr lang="en-US" dirty="0"/>
              <a:t>Ensures </a:t>
            </a:r>
            <a:r>
              <a:rPr lang="en-US" b="1" dirty="0"/>
              <a:t>Connectivity between majorities</a:t>
            </a:r>
            <a:endParaRPr lang="en-US" dirty="0"/>
          </a:p>
          <a:p>
            <a:r>
              <a:rPr lang="en-US" b="1" dirty="0"/>
              <a:t>No critical group is cut off from information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If a </a:t>
            </a:r>
            <a:r>
              <a:rPr lang="en-US" b="1" dirty="0"/>
              <a:t>leader sends different proposals to different nodes</a:t>
            </a:r>
            <a:r>
              <a:rPr lang="en-US" dirty="0"/>
              <a:t>, this is </a:t>
            </a:r>
            <a:r>
              <a:rPr lang="en-US" b="1" dirty="0"/>
              <a:t>equivocation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Granular BFT protocols detect this by: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Having nodes </a:t>
            </a:r>
            <a:r>
              <a:rPr lang="en-US" b="1" dirty="0"/>
              <a:t>forward proposals to others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Flagging any inconsistency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Triggering view change</a:t>
            </a:r>
            <a:r>
              <a:rPr lang="en-US" dirty="0"/>
              <a:t> immediately on detection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ensures that </a:t>
            </a:r>
            <a:r>
              <a:rPr lang="en-US" b="1" dirty="0"/>
              <a:t>a value locked in one view must appear in any future view’s quorum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Synchronous paths among key sets of honest nodes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61991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73320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A1826-1B3E-4E2E-8D6C-93BCEAA3D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7200" y="1096965"/>
            <a:ext cx="7977600" cy="2085696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5F0CE-1714-4650-9690-5676C0634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6000" y="3945771"/>
            <a:ext cx="5760000" cy="1832730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0" spc="5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0CA85-BF38-4762-934C-D00F2047C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CA3C9-6579-49D9-A5FD-20231FB4B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B94FE-6287-4D49-B0E5-FE9A9BA75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0C0B2A-3FD1-4235-A16E-0ED1E028A93E}"/>
              </a:ext>
            </a:extLst>
          </p:cNvPr>
          <p:cNvCxnSpPr>
            <a:cxnSpLocks/>
          </p:cNvCxnSpPr>
          <p:nvPr/>
        </p:nvCxnSpPr>
        <p:spPr>
          <a:xfrm>
            <a:off x="5826000" y="3525773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9494E066-0146-46E9-BAF1-C33240ABA294}"/>
              </a:ext>
            </a:extLst>
          </p:cNvPr>
          <p:cNvGrpSpPr/>
          <p:nvPr/>
        </p:nvGrpSpPr>
        <p:grpSpPr>
          <a:xfrm rot="2700000">
            <a:off x="10127693" y="4178240"/>
            <a:ext cx="633413" cy="1862138"/>
            <a:chOff x="5959192" y="333389"/>
            <a:chExt cx="633413" cy="186213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02BD80B-C499-4DAC-9580-575B04F8658F}"/>
                </a:ext>
              </a:extLst>
            </p:cNvPr>
            <p:cNvGrpSpPr/>
            <p:nvPr/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CCF069F3-858C-4C67-90C2-46017C3D4C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8A1FFA52-DFA8-4A81-8A85-50BE13257F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0" name="Line 70">
              <a:extLst>
                <a:ext uri="{FF2B5EF4-FFF2-40B4-BE49-F238E27FC236}">
                  <a16:creationId xmlns:a16="http://schemas.microsoft.com/office/drawing/2014/main" id="{BAEDA471-60CB-4A0C-B9AD-B2B3C51EA2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85251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2E59-6597-437B-B2F8-E2DD1F86A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3BC1D-912E-4012-84AC-A509C9EF4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7110C-4AA3-4101-B3BD-140B90AF9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0F189-4D8E-4DE6-8295-CF92FA8B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F33EC-1ACF-4D46-AEA5-A2080221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244943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45267-19A7-4A3D-9658-AD3F78DD3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2305800"/>
            <a:ext cx="4636800" cy="2246400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17554-5672-499F-BEB9-AB069E6D1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5250" y="2305800"/>
            <a:ext cx="4636800" cy="22464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1">
                <a:solidFill>
                  <a:schemeClr val="tx1"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BA3C6-C279-46AA-B4EE-5F861D83D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C125B-DDB9-4F4E-B9E9-A747E648F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465E-E86B-42A8-B18A-9046E40D6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81007E-0E57-40DB-9A98-D04E0A05937B}"/>
              </a:ext>
            </a:extLst>
          </p:cNvPr>
          <p:cNvSpPr/>
          <p:nvPr/>
        </p:nvSpPr>
        <p:spPr>
          <a:xfrm>
            <a:off x="1437136" y="649304"/>
            <a:ext cx="340415" cy="340415"/>
          </a:xfrm>
          <a:prstGeom prst="ellipse">
            <a:avLst/>
          </a:prstGeom>
          <a:gradFill flip="none" rotWithShape="1">
            <a:gsLst>
              <a:gs pos="0">
                <a:srgbClr val="FFFFFF">
                  <a:alpha val="80000"/>
                </a:srgbClr>
              </a:gs>
              <a:gs pos="100000">
                <a:srgbClr val="FFFFFF">
                  <a:alpha val="10000"/>
                </a:srgbClr>
              </a:gs>
            </a:gsLst>
            <a:lin ang="27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C2D7ED2-BAE3-470E-9EFF-F2A49EDD9767}"/>
              </a:ext>
            </a:extLst>
          </p:cNvPr>
          <p:cNvGrpSpPr/>
          <p:nvPr/>
        </p:nvGrpSpPr>
        <p:grpSpPr>
          <a:xfrm rot="10800000">
            <a:off x="1079500" y="952167"/>
            <a:ext cx="641184" cy="1069728"/>
            <a:chOff x="6484111" y="2967038"/>
            <a:chExt cx="641184" cy="106972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5B14D1A-9E1B-41C3-96AA-A5C40C4F9B3A}"/>
                </a:ext>
              </a:extLst>
            </p:cNvPr>
            <p:cNvGrpSpPr/>
            <p:nvPr/>
          </p:nvGrpSpPr>
          <p:grpSpPr>
            <a:xfrm>
              <a:off x="6808136" y="2967038"/>
              <a:ext cx="317159" cy="932400"/>
              <a:chOff x="6808136" y="2967038"/>
              <a:chExt cx="317159" cy="932400"/>
            </a:xfrm>
          </p:grpSpPr>
          <p:sp>
            <p:nvSpPr>
              <p:cNvPr id="14" name="Freeform 68">
                <a:extLst>
                  <a:ext uri="{FF2B5EF4-FFF2-40B4-BE49-F238E27FC236}">
                    <a16:creationId xmlns:a16="http://schemas.microsoft.com/office/drawing/2014/main" id="{00EC83EC-04A6-4533-80A5-B1817F1FB3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69">
                <a:extLst>
                  <a:ext uri="{FF2B5EF4-FFF2-40B4-BE49-F238E27FC236}">
                    <a16:creationId xmlns:a16="http://schemas.microsoft.com/office/drawing/2014/main" id="{BF61FF24-9074-4265-ACF4-1AEC3621B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Line 70">
                <a:extLst>
                  <a:ext uri="{FF2B5EF4-FFF2-40B4-BE49-F238E27FC236}">
                    <a16:creationId xmlns:a16="http://schemas.microsoft.com/office/drawing/2014/main" id="{8D31D9FF-672B-4C5E-B4B2-DD86A12441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991EBFD-EBD5-48CE-9178-AF5B6F50D416}"/>
                </a:ext>
              </a:extLst>
            </p:cNvPr>
            <p:cNvGrpSpPr/>
            <p:nvPr/>
          </p:nvGrpSpPr>
          <p:grpSpPr>
            <a:xfrm rot="18900000" flipH="1">
              <a:off x="6484111" y="3104366"/>
              <a:ext cx="317159" cy="932400"/>
              <a:chOff x="6808136" y="2967038"/>
              <a:chExt cx="317159" cy="932400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1B45F046-3129-4A30-9402-44BA590CD1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24589F32-BB2E-46B1-BAB5-75EA779C7A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Line 70">
                <a:extLst>
                  <a:ext uri="{FF2B5EF4-FFF2-40B4-BE49-F238E27FC236}">
                    <a16:creationId xmlns:a16="http://schemas.microsoft.com/office/drawing/2014/main" id="{0BD46CA5-AE89-4413-AB8D-347179D881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043A360-3214-4DB8-BD85-C6AE48D02D3A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045040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AEE3-6C7B-402E-B26D-1D079D78D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01641-6BDA-433D-9393-1DDACE067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9400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8F8D2A-A489-488D-B1E1-23F36D3E9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4202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242E8-AEEF-4BBD-94E9-86F89D695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8D2CA-06C9-412D-A5D6-F97DDBBB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A80D9-E04B-47BF-80DA-01E68346A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252712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2251-8A4B-463E-982B-C657C381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74D5E-AC0B-46BF-8840-61CC89C3B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399" y="1736732"/>
            <a:ext cx="4928400" cy="661912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A0738-7A90-4A35-AB98-9656D6187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9400" y="2431256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ADFE01-1BA7-4288-9355-8B2B508BE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4200" y="1736732"/>
            <a:ext cx="4928400" cy="662400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D49F77-6C55-47AC-B1AE-5D9906DBD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4200" y="2431257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D8EF53-AF86-47E8-83DC-8C419847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01D653-ED9A-46D3-A97F-B5FA1DAE6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5B9B66-64EA-4022-BD96-ECF2A80C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23027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FFE053-BB16-4940-B248-2D496BB2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BD80C-6CA1-42DB-B732-4807A27D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A9DA86-C177-42C6-90F8-37C6844A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7004688-7200-27A0-AED2-FDEA0C50E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53976" y="457964"/>
            <a:ext cx="6009066" cy="5914582"/>
            <a:chOff x="6153976" y="457964"/>
            <a:chExt cx="6009066" cy="591458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962AE0E-CD08-E4A3-B4FB-58E3FB609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012621" y="2980002"/>
              <a:ext cx="317159" cy="932400"/>
              <a:chOff x="6376988" y="280988"/>
              <a:chExt cx="633413" cy="1862138"/>
            </a:xfrm>
          </p:grpSpPr>
          <p:sp>
            <p:nvSpPr>
              <p:cNvPr id="86" name="Freeform 68">
                <a:extLst>
                  <a:ext uri="{FF2B5EF4-FFF2-40B4-BE49-F238E27FC236}">
                    <a16:creationId xmlns:a16="http://schemas.microsoft.com/office/drawing/2014/main" id="{942343E8-72A7-5457-2C99-D033A36FF0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376988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7" name="Freeform 69">
                <a:extLst>
                  <a:ext uri="{FF2B5EF4-FFF2-40B4-BE49-F238E27FC236}">
                    <a16:creationId xmlns:a16="http://schemas.microsoft.com/office/drawing/2014/main" id="{1C19E638-91EB-75DC-9458-EA0229C044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6076" y="280988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8" name="Line 70">
                <a:extLst>
                  <a:ext uri="{FF2B5EF4-FFF2-40B4-BE49-F238E27FC236}">
                    <a16:creationId xmlns:a16="http://schemas.microsoft.com/office/drawing/2014/main" id="{6E02EB3D-A45E-B4B7-9E49-65E6921C6DE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696076" y="280988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6ED0F2C-33C6-33F8-D25A-653073FA8F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324466" y="457964"/>
              <a:ext cx="3838576" cy="5838297"/>
              <a:chOff x="8324466" y="457964"/>
              <a:chExt cx="3838576" cy="5838297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76C992DF-7C76-80E6-220E-5545B437E80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1532E4B2-6FAE-2363-8842-E08A265B0FB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64" name="Freeform 64">
                  <a:extLst>
                    <a:ext uri="{FF2B5EF4-FFF2-40B4-BE49-F238E27FC236}">
                      <a16:creationId xmlns:a16="http://schemas.microsoft.com/office/drawing/2014/main" id="{D7AE19E9-E19F-29AF-639C-44EB5FB5E3E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5" name="Freeform 81">
                  <a:extLst>
                    <a:ext uri="{FF2B5EF4-FFF2-40B4-BE49-F238E27FC236}">
                      <a16:creationId xmlns:a16="http://schemas.microsoft.com/office/drawing/2014/main" id="{FC6B75DA-401A-8C4D-421A-4A0230030C8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6" name="Freeform 61">
                  <a:extLst>
                    <a:ext uri="{FF2B5EF4-FFF2-40B4-BE49-F238E27FC236}">
                      <a16:creationId xmlns:a16="http://schemas.microsoft.com/office/drawing/2014/main" id="{83B7B7D8-FAE1-EF25-3177-C597CA28552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7" name="Freeform 78">
                  <a:extLst>
                    <a:ext uri="{FF2B5EF4-FFF2-40B4-BE49-F238E27FC236}">
                      <a16:creationId xmlns:a16="http://schemas.microsoft.com/office/drawing/2014/main" id="{D8189C2B-39BF-F3AD-761F-3EC5A413936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8" name="Freeform 84">
                  <a:extLst>
                    <a:ext uri="{FF2B5EF4-FFF2-40B4-BE49-F238E27FC236}">
                      <a16:creationId xmlns:a16="http://schemas.microsoft.com/office/drawing/2014/main" id="{9B3C11E0-E220-6347-106F-7361EEF4B71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9" name="Freeform 87">
                  <a:extLst>
                    <a:ext uri="{FF2B5EF4-FFF2-40B4-BE49-F238E27FC236}">
                      <a16:creationId xmlns:a16="http://schemas.microsoft.com/office/drawing/2014/main" id="{79AAD932-DEE5-826A-1B8E-BF1B2B2BB3D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0" name="Freeform 60">
                  <a:extLst>
                    <a:ext uri="{FF2B5EF4-FFF2-40B4-BE49-F238E27FC236}">
                      <a16:creationId xmlns:a16="http://schemas.microsoft.com/office/drawing/2014/main" id="{A9BA9C23-F16A-423E-DB70-2BBBE58B0C8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1" name="Freeform 59">
                  <a:extLst>
                    <a:ext uri="{FF2B5EF4-FFF2-40B4-BE49-F238E27FC236}">
                      <a16:creationId xmlns:a16="http://schemas.microsoft.com/office/drawing/2014/main" id="{237FA726-DD02-A25D-C698-4FB16B377C4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2" name="Freeform 62">
                  <a:extLst>
                    <a:ext uri="{FF2B5EF4-FFF2-40B4-BE49-F238E27FC236}">
                      <a16:creationId xmlns:a16="http://schemas.microsoft.com/office/drawing/2014/main" id="{A0991B4B-EDB7-1AEE-679D-75A7958333D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3" name="Freeform 65">
                  <a:extLst>
                    <a:ext uri="{FF2B5EF4-FFF2-40B4-BE49-F238E27FC236}">
                      <a16:creationId xmlns:a16="http://schemas.microsoft.com/office/drawing/2014/main" id="{198D13E0-51CA-CC43-BFAD-752CD4E5ED2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4" name="Freeform 79">
                  <a:extLst>
                    <a:ext uri="{FF2B5EF4-FFF2-40B4-BE49-F238E27FC236}">
                      <a16:creationId xmlns:a16="http://schemas.microsoft.com/office/drawing/2014/main" id="{979DDC47-298E-AFD7-CE86-9F24018FCB5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5" name="Freeform 82">
                  <a:extLst>
                    <a:ext uri="{FF2B5EF4-FFF2-40B4-BE49-F238E27FC236}">
                      <a16:creationId xmlns:a16="http://schemas.microsoft.com/office/drawing/2014/main" id="{FDF6497C-C9D8-77C1-9EC1-AA3DC693FD5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6" name="Freeform 85">
                  <a:extLst>
                    <a:ext uri="{FF2B5EF4-FFF2-40B4-BE49-F238E27FC236}">
                      <a16:creationId xmlns:a16="http://schemas.microsoft.com/office/drawing/2014/main" id="{F94954A5-B504-9802-E8A3-D92A434B215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7" name="Freeform 88">
                  <a:extLst>
                    <a:ext uri="{FF2B5EF4-FFF2-40B4-BE49-F238E27FC236}">
                      <a16:creationId xmlns:a16="http://schemas.microsoft.com/office/drawing/2014/main" id="{26CA4C70-E5AD-FFC4-4F64-9029A88E16B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78" name="Group 77">
                  <a:extLst>
                    <a:ext uri="{FF2B5EF4-FFF2-40B4-BE49-F238E27FC236}">
                      <a16:creationId xmlns:a16="http://schemas.microsoft.com/office/drawing/2014/main" id="{C2F66C97-233E-069E-842E-FC7DD613F3E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79" name="Line 63">
                    <a:extLst>
                      <a:ext uri="{FF2B5EF4-FFF2-40B4-BE49-F238E27FC236}">
                        <a16:creationId xmlns:a16="http://schemas.microsoft.com/office/drawing/2014/main" id="{AA0F3696-6B0D-543A-4D40-8B145249CBF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0" name="Line 66">
                    <a:extLst>
                      <a:ext uri="{FF2B5EF4-FFF2-40B4-BE49-F238E27FC236}">
                        <a16:creationId xmlns:a16="http://schemas.microsoft.com/office/drawing/2014/main" id="{29D21825-8498-CADF-8EB5-D08C5C4348E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1" name="Line 67">
                    <a:extLst>
                      <a:ext uri="{FF2B5EF4-FFF2-40B4-BE49-F238E27FC236}">
                        <a16:creationId xmlns:a16="http://schemas.microsoft.com/office/drawing/2014/main" id="{D1EBC7BA-66A7-56E5-19F7-65B9A2BE6EB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2" name="Line 80">
                    <a:extLst>
                      <a:ext uri="{FF2B5EF4-FFF2-40B4-BE49-F238E27FC236}">
                        <a16:creationId xmlns:a16="http://schemas.microsoft.com/office/drawing/2014/main" id="{41A6EA28-930F-EBBA-43EE-6CB627294AC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3" name="Line 83">
                    <a:extLst>
                      <a:ext uri="{FF2B5EF4-FFF2-40B4-BE49-F238E27FC236}">
                        <a16:creationId xmlns:a16="http://schemas.microsoft.com/office/drawing/2014/main" id="{5297B34D-B81D-6350-4194-484D7EC282F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4" name="Line 86">
                    <a:extLst>
                      <a:ext uri="{FF2B5EF4-FFF2-40B4-BE49-F238E27FC236}">
                        <a16:creationId xmlns:a16="http://schemas.microsoft.com/office/drawing/2014/main" id="{DD7C599E-910F-8D88-3AA0-B24C9A79E13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5" name="Line 89">
                    <a:extLst>
                      <a:ext uri="{FF2B5EF4-FFF2-40B4-BE49-F238E27FC236}">
                        <a16:creationId xmlns:a16="http://schemas.microsoft.com/office/drawing/2014/main" id="{E663B789-16D2-7968-1AB9-E036E4D4285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EBE4D28C-9D5D-2CDF-4E98-5D046F140C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19D439ED-096C-BC38-ECCB-78B2B5178F8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8E820AB2-DB7A-A79D-FAE4-35AC3D677C8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C88E5C4B-5B7B-FDA4-A576-7854A9D1598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2" name="Rectangle 30">
                    <a:extLst>
                      <a:ext uri="{FF2B5EF4-FFF2-40B4-BE49-F238E27FC236}">
                        <a16:creationId xmlns:a16="http://schemas.microsoft.com/office/drawing/2014/main" id="{E3C02BC9-4E4F-3743-8563-808D6A0B437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63" name="Rectangle 30">
                    <a:extLst>
                      <a:ext uri="{FF2B5EF4-FFF2-40B4-BE49-F238E27FC236}">
                        <a16:creationId xmlns:a16="http://schemas.microsoft.com/office/drawing/2014/main" id="{D0EF96EA-252F-062A-E566-42ABC6B9036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58DCE928-965C-EA85-F5C1-24E19E45854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58" name="Freeform: Shape 57">
                    <a:extLst>
                      <a:ext uri="{FF2B5EF4-FFF2-40B4-BE49-F238E27FC236}">
                        <a16:creationId xmlns:a16="http://schemas.microsoft.com/office/drawing/2014/main" id="{B5B70EF0-D01D-E5DD-0234-6B93EE439E1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9" name="Freeform: Shape 58">
                    <a:extLst>
                      <a:ext uri="{FF2B5EF4-FFF2-40B4-BE49-F238E27FC236}">
                        <a16:creationId xmlns:a16="http://schemas.microsoft.com/office/drawing/2014/main" id="{CA0351E2-397A-7FC9-6BE5-A3018AAB2BD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9EE4DD70-FCD0-DFFE-52A6-0DE9BC23311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1466F87F-6F35-E28C-1556-6383A82F7F8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54" name="Freeform 68">
                    <a:extLst>
                      <a:ext uri="{FF2B5EF4-FFF2-40B4-BE49-F238E27FC236}">
                        <a16:creationId xmlns:a16="http://schemas.microsoft.com/office/drawing/2014/main" id="{D4FD8A8E-2B46-F940-BD0E-086FCF76665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55" name="Freeform 69">
                    <a:extLst>
                      <a:ext uri="{FF2B5EF4-FFF2-40B4-BE49-F238E27FC236}">
                        <a16:creationId xmlns:a16="http://schemas.microsoft.com/office/drawing/2014/main" id="{7532BE26-5B7C-EE9E-4191-8A54CDBBD66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53" name="Line 70">
                  <a:extLst>
                    <a:ext uri="{FF2B5EF4-FFF2-40B4-BE49-F238E27FC236}">
                      <a16:creationId xmlns:a16="http://schemas.microsoft.com/office/drawing/2014/main" id="{BFC8ECE6-D59A-9EE4-CB81-D6162F00D8E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5080BC2-EE72-5D70-6666-DEBC49165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6153976" y="534249"/>
              <a:ext cx="3838576" cy="5838297"/>
              <a:chOff x="8324466" y="457964"/>
              <a:chExt cx="3838576" cy="5838297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93AA0A3-2A8A-2332-F348-F88D6E1F3B3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54355255-9D4E-147B-DA9E-4FFB14E7C1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26" name="Freeform 64">
                  <a:extLst>
                    <a:ext uri="{FF2B5EF4-FFF2-40B4-BE49-F238E27FC236}">
                      <a16:creationId xmlns:a16="http://schemas.microsoft.com/office/drawing/2014/main" id="{0C229BCD-A083-BC81-2151-41E4947E04A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7" name="Freeform 81">
                  <a:extLst>
                    <a:ext uri="{FF2B5EF4-FFF2-40B4-BE49-F238E27FC236}">
                      <a16:creationId xmlns:a16="http://schemas.microsoft.com/office/drawing/2014/main" id="{F138DCEE-5B8D-D5E5-54B6-6B0BA01F6ED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8" name="Freeform 61">
                  <a:extLst>
                    <a:ext uri="{FF2B5EF4-FFF2-40B4-BE49-F238E27FC236}">
                      <a16:creationId xmlns:a16="http://schemas.microsoft.com/office/drawing/2014/main" id="{F00BD61F-0747-E748-6BFB-CB875F4942D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9" name="Freeform 78">
                  <a:extLst>
                    <a:ext uri="{FF2B5EF4-FFF2-40B4-BE49-F238E27FC236}">
                      <a16:creationId xmlns:a16="http://schemas.microsoft.com/office/drawing/2014/main" id="{07C45B1B-92EA-5E82-24D1-931DB8AF99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0" name="Freeform 84">
                  <a:extLst>
                    <a:ext uri="{FF2B5EF4-FFF2-40B4-BE49-F238E27FC236}">
                      <a16:creationId xmlns:a16="http://schemas.microsoft.com/office/drawing/2014/main" id="{F11B1265-0119-731D-E758-7C0BAFE4B53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1" name="Freeform 87">
                  <a:extLst>
                    <a:ext uri="{FF2B5EF4-FFF2-40B4-BE49-F238E27FC236}">
                      <a16:creationId xmlns:a16="http://schemas.microsoft.com/office/drawing/2014/main" id="{35056C9E-95B1-E743-9A73-5A39803B74B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2" name="Freeform 60">
                  <a:extLst>
                    <a:ext uri="{FF2B5EF4-FFF2-40B4-BE49-F238E27FC236}">
                      <a16:creationId xmlns:a16="http://schemas.microsoft.com/office/drawing/2014/main" id="{873B7450-9F65-5384-2976-127FD877572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3" name="Freeform 59">
                  <a:extLst>
                    <a:ext uri="{FF2B5EF4-FFF2-40B4-BE49-F238E27FC236}">
                      <a16:creationId xmlns:a16="http://schemas.microsoft.com/office/drawing/2014/main" id="{93FE1A96-9FB8-DD4B-5EB8-26A91007B6E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4" name="Freeform 62">
                  <a:extLst>
                    <a:ext uri="{FF2B5EF4-FFF2-40B4-BE49-F238E27FC236}">
                      <a16:creationId xmlns:a16="http://schemas.microsoft.com/office/drawing/2014/main" id="{07C997E7-D2EC-2533-34E1-ADA752DD0A5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5" name="Freeform 65">
                  <a:extLst>
                    <a:ext uri="{FF2B5EF4-FFF2-40B4-BE49-F238E27FC236}">
                      <a16:creationId xmlns:a16="http://schemas.microsoft.com/office/drawing/2014/main" id="{CDFD69D0-D4F6-6990-4E0A-C6FEB0CE49B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6" name="Freeform 79">
                  <a:extLst>
                    <a:ext uri="{FF2B5EF4-FFF2-40B4-BE49-F238E27FC236}">
                      <a16:creationId xmlns:a16="http://schemas.microsoft.com/office/drawing/2014/main" id="{825CB36E-9726-A54C-5717-F6A428FED53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7" name="Freeform 82">
                  <a:extLst>
                    <a:ext uri="{FF2B5EF4-FFF2-40B4-BE49-F238E27FC236}">
                      <a16:creationId xmlns:a16="http://schemas.microsoft.com/office/drawing/2014/main" id="{F8184497-7251-D4E9-F39C-EE556E4B108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8" name="Freeform 85">
                  <a:extLst>
                    <a:ext uri="{FF2B5EF4-FFF2-40B4-BE49-F238E27FC236}">
                      <a16:creationId xmlns:a16="http://schemas.microsoft.com/office/drawing/2014/main" id="{835D68A6-6C40-806B-C58A-25B22D6BC62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9" name="Freeform 88">
                  <a:extLst>
                    <a:ext uri="{FF2B5EF4-FFF2-40B4-BE49-F238E27FC236}">
                      <a16:creationId xmlns:a16="http://schemas.microsoft.com/office/drawing/2014/main" id="{E36097E1-57E6-7188-7C0D-36C56EF55F7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9C1BAB2A-BA9C-8C5A-13B8-CE9C056AE65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41" name="Line 63">
                    <a:extLst>
                      <a:ext uri="{FF2B5EF4-FFF2-40B4-BE49-F238E27FC236}">
                        <a16:creationId xmlns:a16="http://schemas.microsoft.com/office/drawing/2014/main" id="{4F8DCA4A-A0D6-514F-47BB-541F133C696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2" name="Line 66">
                    <a:extLst>
                      <a:ext uri="{FF2B5EF4-FFF2-40B4-BE49-F238E27FC236}">
                        <a16:creationId xmlns:a16="http://schemas.microsoft.com/office/drawing/2014/main" id="{0BEDD737-7AD9-32AF-DA50-AE940D883A1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3" name="Line 67">
                    <a:extLst>
                      <a:ext uri="{FF2B5EF4-FFF2-40B4-BE49-F238E27FC236}">
                        <a16:creationId xmlns:a16="http://schemas.microsoft.com/office/drawing/2014/main" id="{9361792E-BF11-44DD-3900-9EE92815F3E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4" name="Line 80">
                    <a:extLst>
                      <a:ext uri="{FF2B5EF4-FFF2-40B4-BE49-F238E27FC236}">
                        <a16:creationId xmlns:a16="http://schemas.microsoft.com/office/drawing/2014/main" id="{EF08723B-66BF-73AE-106A-58DBBBABFA3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5" name="Line 83">
                    <a:extLst>
                      <a:ext uri="{FF2B5EF4-FFF2-40B4-BE49-F238E27FC236}">
                        <a16:creationId xmlns:a16="http://schemas.microsoft.com/office/drawing/2014/main" id="{866A6C7D-739E-6ED2-8DC9-F62F9697723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6" name="Line 86">
                    <a:extLst>
                      <a:ext uri="{FF2B5EF4-FFF2-40B4-BE49-F238E27FC236}">
                        <a16:creationId xmlns:a16="http://schemas.microsoft.com/office/drawing/2014/main" id="{3CAE0274-E38E-54A4-13C4-FFD1A9DDC6C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7" name="Line 89">
                    <a:extLst>
                      <a:ext uri="{FF2B5EF4-FFF2-40B4-BE49-F238E27FC236}">
                        <a16:creationId xmlns:a16="http://schemas.microsoft.com/office/drawing/2014/main" id="{7561DEAF-B810-94D1-71BB-2116BFFFA77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323C31A5-9409-F839-90BA-3883DC5323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42742EC4-5A1C-631E-398C-F3C5A9C4A2E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22" name="Straight Connector 21">
                    <a:extLst>
                      <a:ext uri="{FF2B5EF4-FFF2-40B4-BE49-F238E27FC236}">
                        <a16:creationId xmlns:a16="http://schemas.microsoft.com/office/drawing/2014/main" id="{D2C0A335-0DBB-9CDA-7CB6-64689BB782A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C21B6FD8-0F3F-70F9-2457-87BB8AAB793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4" name="Rectangle 30">
                    <a:extLst>
                      <a:ext uri="{FF2B5EF4-FFF2-40B4-BE49-F238E27FC236}">
                        <a16:creationId xmlns:a16="http://schemas.microsoft.com/office/drawing/2014/main" id="{44ACA065-23B9-0399-85C9-8821480A7DD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5" name="Rectangle 30">
                    <a:extLst>
                      <a:ext uri="{FF2B5EF4-FFF2-40B4-BE49-F238E27FC236}">
                        <a16:creationId xmlns:a16="http://schemas.microsoft.com/office/drawing/2014/main" id="{360F78FE-550E-F182-27C9-8D0D0411F4D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82BEC42F-0A94-4DB3-9210-90D9BA7610B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20" name="Freeform: Shape 19">
                    <a:extLst>
                      <a:ext uri="{FF2B5EF4-FFF2-40B4-BE49-F238E27FC236}">
                        <a16:creationId xmlns:a16="http://schemas.microsoft.com/office/drawing/2014/main" id="{4639297D-A086-3111-DE35-3ADFC63EC52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Freeform: Shape 20">
                    <a:extLst>
                      <a:ext uri="{FF2B5EF4-FFF2-40B4-BE49-F238E27FC236}">
                        <a16:creationId xmlns:a16="http://schemas.microsoft.com/office/drawing/2014/main" id="{0A57F373-E650-007D-EF3A-125835724B3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3F7AA1C2-3BC9-2CC2-246C-891EEAAAAAD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8095730D-9E3D-CB3A-4FF1-D9B51A162A3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6" name="Freeform 68">
                    <a:extLst>
                      <a:ext uri="{FF2B5EF4-FFF2-40B4-BE49-F238E27FC236}">
                        <a16:creationId xmlns:a16="http://schemas.microsoft.com/office/drawing/2014/main" id="{0FDC9A03-E7DE-3D3E-74F8-C2990A5082F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7" name="Freeform 69">
                    <a:extLst>
                      <a:ext uri="{FF2B5EF4-FFF2-40B4-BE49-F238E27FC236}">
                        <a16:creationId xmlns:a16="http://schemas.microsoft.com/office/drawing/2014/main" id="{3B430687-A11D-CFC5-B7C6-AF9A479146F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15" name="Line 70">
                  <a:extLst>
                    <a:ext uri="{FF2B5EF4-FFF2-40B4-BE49-F238E27FC236}">
                      <a16:creationId xmlns:a16="http://schemas.microsoft.com/office/drawing/2014/main" id="{F9EEDCBB-CCC4-61BB-3480-8D21A3D2F1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900389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46A27C-9BDA-43B3-96EA-C145EA7F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1FBD5E-AA17-42F1-8615-49F2664D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7A2D5-EBE5-43DD-8CF2-8B90801A0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05187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451E1-40E1-4ED2-A9E3-6376E774A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1" y="955674"/>
            <a:ext cx="3531600" cy="138499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AAE5E-AD83-40D4-8BDB-6B2525024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4850" y="882651"/>
            <a:ext cx="5760000" cy="48958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4DF8E2-A28B-4889-AD9E-1D733FEA2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89401" y="2584759"/>
            <a:ext cx="3531600" cy="319374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EF812-B775-468C-84D9-4394CC19F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1DEB3-5237-467C-A5B6-EDA7F366E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77A6B-440F-4D7B-92DA-1B964D029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89B2F1-1E32-44DB-B50E-BEA1896CAD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640213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6B204-119E-45DB-A177-995FF5D9B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955456"/>
            <a:ext cx="3531600" cy="1384995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D3036-53A8-4361-AAAC-D8072EB470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40001"/>
            <a:ext cx="6115050" cy="52385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FCFCD5-820E-47D9-9A60-57680C4C9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0000" y="2584758"/>
            <a:ext cx="3531600" cy="328422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446C3-A62E-4690-9098-53D59C4C3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6C8B8-EA3D-45E5-950A-B6F1EA0B4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ACAB7-ADBF-42E5-A214-232BA9EFB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E80DA6-B971-46B7-B0D3-8581AE0B6AC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280890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FB6D0-92CA-4910-AE77-E238F4C89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913172-A138-4DD4-A5B1-58BA62507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897B9-E4AD-469B-A60D-9A1A4BD19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5E1B0-48D6-4F99-9955-39958BA96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F49DA-55D4-4E36-AEB9-A0E99E31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183816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FEBC7C-C5C1-4A79-A195-B35701C289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34A74-3328-469B-ABCA-96F2FE368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E19AB-5637-455E-89C3-B41702C20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4F2A3-EBEE-4F42-BAC2-A482F00E6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E1C27-1A43-4B0B-88D0-0C5FE1DB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18446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7D905AD-2C09-A80F-FBF0-4F45A7A148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163" y="400049"/>
            <a:ext cx="8647721" cy="118504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6F87AC4-493F-1EB8-D127-C21530FA824E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68163" y="1997132"/>
            <a:ext cx="8652793" cy="4232218"/>
          </a:xfrm>
        </p:spPr>
        <p:txBody>
          <a:bodyPr lIns="0">
            <a:normAutofit/>
          </a:bodyPr>
          <a:lstStyle>
            <a:lvl1pPr marL="28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1pPr>
            <a:lvl2pPr marL="64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2pPr>
            <a:lvl3pPr marL="100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3pPr>
            <a:lvl4pPr marL="136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4pPr>
            <a:lvl5pPr marL="172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5pPr>
          </a:lstStyle>
          <a:p>
            <a:r>
              <a:rPr lang="en-US" dirty="0">
                <a:cs typeface="Calibri"/>
              </a:rPr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BE6897-C551-2BCB-F552-C4B761D2C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57063" y="457964"/>
            <a:ext cx="2211229" cy="2707415"/>
            <a:chOff x="9728105" y="457964"/>
            <a:chExt cx="2211229" cy="2707415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C8215B7C-A98D-6F6C-9039-6F2AAEEFDD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940728" y="245341"/>
              <a:ext cx="1785984" cy="2211229"/>
              <a:chOff x="3125006" y="3171595"/>
              <a:chExt cx="1785984" cy="2211229"/>
            </a:xfrm>
          </p:grpSpPr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184D4E7B-7775-1603-2C3F-5C265357728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6F97B093-B348-8A25-789A-743A43E9038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0732DEA9-6233-9CDE-64C6-744FC6CD6E4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2" name="Rectangle 30">
                  <a:extLst>
                    <a:ext uri="{FF2B5EF4-FFF2-40B4-BE49-F238E27FC236}">
                      <a16:creationId xmlns:a16="http://schemas.microsoft.com/office/drawing/2014/main" id="{9274C521-E533-D3E5-CE64-E3A3AEC0FE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3" name="Rectangle 30">
                  <a:extLst>
                    <a:ext uri="{FF2B5EF4-FFF2-40B4-BE49-F238E27FC236}">
                      <a16:creationId xmlns:a16="http://schemas.microsoft.com/office/drawing/2014/main" id="{2C69CF99-91AA-9E24-24AE-5A89748B46E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A35D6C12-B227-D277-0499-FA2765DB20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58" name="Freeform: Shape 57">
                  <a:extLst>
                    <a:ext uri="{FF2B5EF4-FFF2-40B4-BE49-F238E27FC236}">
                      <a16:creationId xmlns:a16="http://schemas.microsoft.com/office/drawing/2014/main" id="{01FCD87F-4621-47F3-CC5C-A1A8F673324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9" name="Freeform: Shape 58">
                  <a:extLst>
                    <a:ext uri="{FF2B5EF4-FFF2-40B4-BE49-F238E27FC236}">
                      <a16:creationId xmlns:a16="http://schemas.microsoft.com/office/drawing/2014/main" id="{CA7C3364-8305-C08F-4132-18DA2D39BFA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18093390-6F0E-5ED5-5DAF-40FF115489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 userDrawn="1"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10400269" y="1917604"/>
              <a:ext cx="633413" cy="1862138"/>
              <a:chOff x="5959193" y="333389"/>
              <a:chExt cx="633413" cy="1862138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CEAA9FA7-0165-F161-72DC-F2E001FCF3A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959192" y="333389"/>
                <a:ext cx="633413" cy="1419225"/>
                <a:chOff x="5959192" y="333389"/>
                <a:chExt cx="633413" cy="1419225"/>
              </a:xfrm>
            </p:grpSpPr>
            <p:sp>
              <p:nvSpPr>
                <p:cNvPr id="54" name="Freeform 68">
                  <a:extLst>
                    <a:ext uri="{FF2B5EF4-FFF2-40B4-BE49-F238E27FC236}">
                      <a16:creationId xmlns:a16="http://schemas.microsoft.com/office/drawing/2014/main" id="{9F185D91-004D-5474-3DD0-9153A2AEA29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959192" y="333389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55" name="Freeform 69">
                  <a:extLst>
                    <a:ext uri="{FF2B5EF4-FFF2-40B4-BE49-F238E27FC236}">
                      <a16:creationId xmlns:a16="http://schemas.microsoft.com/office/drawing/2014/main" id="{D995CD54-9374-D2B3-957D-6925B750A69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278280" y="333389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sp>
            <p:nvSpPr>
              <p:cNvPr id="53" name="Line 70">
                <a:extLst>
                  <a:ext uri="{FF2B5EF4-FFF2-40B4-BE49-F238E27FC236}">
                    <a16:creationId xmlns:a16="http://schemas.microsoft.com/office/drawing/2014/main" id="{EDCD4830-6A47-A59E-6569-B352E6D661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 userDrawn="1"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278281" y="333389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000E8D63-E827-790A-519A-B36BFBDEB4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8163" y="17994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A908D1ED-4589-9577-8D42-858F2E005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V="1">
            <a:off x="9740417" y="3721100"/>
            <a:ext cx="2211229" cy="2707415"/>
            <a:chOff x="9728105" y="457964"/>
            <a:chExt cx="2211229" cy="2707415"/>
          </a:xfrm>
        </p:grpSpPr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2657C24A-988F-290D-0D82-858C3E574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940728" y="245341"/>
              <a:ext cx="1785984" cy="2211229"/>
              <a:chOff x="3125006" y="3171595"/>
              <a:chExt cx="1785984" cy="2211229"/>
            </a:xfrm>
          </p:grpSpPr>
          <p:grpSp>
            <p:nvGrpSpPr>
              <p:cNvPr id="140" name="Group 139">
                <a:extLst>
                  <a:ext uri="{FF2B5EF4-FFF2-40B4-BE49-F238E27FC236}">
                    <a16:creationId xmlns:a16="http://schemas.microsoft.com/office/drawing/2014/main" id="{3AB3F4C6-5635-3075-CCEA-4675932DD4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144" name="Straight Connector 143">
                  <a:extLst>
                    <a:ext uri="{FF2B5EF4-FFF2-40B4-BE49-F238E27FC236}">
                      <a16:creationId xmlns:a16="http://schemas.microsoft.com/office/drawing/2014/main" id="{02F5D12D-62A1-0F12-12B0-572BA5657EF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>
                  <a:extLst>
                    <a:ext uri="{FF2B5EF4-FFF2-40B4-BE49-F238E27FC236}">
                      <a16:creationId xmlns:a16="http://schemas.microsoft.com/office/drawing/2014/main" id="{E47EADA3-585F-FC49-7481-AF5B4DA0939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6" name="Rectangle 30">
                  <a:extLst>
                    <a:ext uri="{FF2B5EF4-FFF2-40B4-BE49-F238E27FC236}">
                      <a16:creationId xmlns:a16="http://schemas.microsoft.com/office/drawing/2014/main" id="{DFB52899-BBD4-527C-5990-88BF84565D5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47" name="Rectangle 30">
                  <a:extLst>
                    <a:ext uri="{FF2B5EF4-FFF2-40B4-BE49-F238E27FC236}">
                      <a16:creationId xmlns:a16="http://schemas.microsoft.com/office/drawing/2014/main" id="{653A3527-A6E3-89A6-71ED-9A7D8EBA4C3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CD03B7A9-CD70-40B9-650E-43C78D4F16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142" name="Freeform: Shape 141">
                  <a:extLst>
                    <a:ext uri="{FF2B5EF4-FFF2-40B4-BE49-F238E27FC236}">
                      <a16:creationId xmlns:a16="http://schemas.microsoft.com/office/drawing/2014/main" id="{451CBB11-40F3-F130-BA91-6311C58CB1B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3" name="Freeform: Shape 142">
                  <a:extLst>
                    <a:ext uri="{FF2B5EF4-FFF2-40B4-BE49-F238E27FC236}">
                      <a16:creationId xmlns:a16="http://schemas.microsoft.com/office/drawing/2014/main" id="{2CCB9535-280C-59F1-2408-AFAD8D1BE2E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44493786-0B0A-24D5-26A9-8E820E6AB8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 userDrawn="1"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10400269" y="1917604"/>
              <a:ext cx="633413" cy="1862138"/>
              <a:chOff x="5959193" y="333389"/>
              <a:chExt cx="633413" cy="1862138"/>
            </a:xfrm>
          </p:grpSpPr>
          <p:grpSp>
            <p:nvGrpSpPr>
              <p:cNvPr id="136" name="Group 135">
                <a:extLst>
                  <a:ext uri="{FF2B5EF4-FFF2-40B4-BE49-F238E27FC236}">
                    <a16:creationId xmlns:a16="http://schemas.microsoft.com/office/drawing/2014/main" id="{F66FA07F-4726-2875-B812-6BCC5ABCC2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959192" y="333389"/>
                <a:ext cx="633413" cy="1419225"/>
                <a:chOff x="5959192" y="333389"/>
                <a:chExt cx="633413" cy="1419225"/>
              </a:xfrm>
            </p:grpSpPr>
            <p:sp>
              <p:nvSpPr>
                <p:cNvPr id="138" name="Freeform 68">
                  <a:extLst>
                    <a:ext uri="{FF2B5EF4-FFF2-40B4-BE49-F238E27FC236}">
                      <a16:creationId xmlns:a16="http://schemas.microsoft.com/office/drawing/2014/main" id="{A3457F2F-D92C-2F19-7ECB-5110F6A2BB3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959192" y="333389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9" name="Freeform 69">
                  <a:extLst>
                    <a:ext uri="{FF2B5EF4-FFF2-40B4-BE49-F238E27FC236}">
                      <a16:creationId xmlns:a16="http://schemas.microsoft.com/office/drawing/2014/main" id="{6ABA0333-6EC3-6BEF-E476-C0072364AAE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278280" y="333389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sp>
            <p:nvSpPr>
              <p:cNvPr id="137" name="Line 70">
                <a:extLst>
                  <a:ext uri="{FF2B5EF4-FFF2-40B4-BE49-F238E27FC236}">
                    <a16:creationId xmlns:a16="http://schemas.microsoft.com/office/drawing/2014/main" id="{D9E689F1-3CC0-2CE6-27B1-34AA1949B9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 userDrawn="1"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278281" y="333389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811096D-7051-CD8E-3C9B-63077216B6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8164" y="6357168"/>
            <a:ext cx="1641986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3375748-D6D7-A497-C19F-581BC09345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1AC1AD6-D101-6CA6-45FC-DC48C0F32D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64103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84456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0301" y="533292"/>
            <a:ext cx="4132469" cy="2213542"/>
          </a:xfrm>
        </p:spPr>
        <p:txBody>
          <a:bodyPr>
            <a:no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A3805DED-0C97-4EF7-B1E1-0E016E0537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443525" y="2980612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2" name="Group 91">
            <a:extLst>
              <a:ext uri="{FF2B5EF4-FFF2-40B4-BE49-F238E27FC236}">
                <a16:creationId xmlns:a16="http://schemas.microsoft.com/office/drawing/2014/main" id="{6CA9855B-4072-4D45-821E-549FDF548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8958" y="457964"/>
            <a:ext cx="7681842" cy="5937065"/>
            <a:chOff x="28958" y="457964"/>
            <a:chExt cx="7681842" cy="5937065"/>
          </a:xfrm>
        </p:grpSpPr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CD707C0C-4086-4F35-A8FC-A45D727AA6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8900000" flipH="1">
              <a:off x="3417239" y="1865958"/>
              <a:ext cx="1270000" cy="3384002"/>
              <a:chOff x="7920038" y="61913"/>
              <a:chExt cx="1270000" cy="3384002"/>
            </a:xfrm>
          </p:grpSpPr>
          <p:sp>
            <p:nvSpPr>
              <p:cNvPr id="195" name="Freeform 76">
                <a:extLst>
                  <a:ext uri="{FF2B5EF4-FFF2-40B4-BE49-F238E27FC236}">
                    <a16:creationId xmlns:a16="http://schemas.microsoft.com/office/drawing/2014/main" id="{3D21528F-9013-4CD7-9F7C-D3F3624881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7920038" y="61913"/>
                <a:ext cx="638175" cy="2843213"/>
              </a:xfrm>
              <a:custGeom>
                <a:avLst/>
                <a:gdLst>
                  <a:gd name="T0" fmla="*/ 0 w 134"/>
                  <a:gd name="T1" fmla="*/ 298 h 597"/>
                  <a:gd name="T2" fmla="*/ 134 w 134"/>
                  <a:gd name="T3" fmla="*/ 597 h 597"/>
                  <a:gd name="T4" fmla="*/ 134 w 134"/>
                  <a:gd name="T5" fmla="*/ 0 h 597"/>
                  <a:gd name="T6" fmla="*/ 0 w 134"/>
                  <a:gd name="T7" fmla="*/ 298 h 5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4" h="597">
                    <a:moveTo>
                      <a:pt x="0" y="298"/>
                    </a:moveTo>
                    <a:cubicBezTo>
                      <a:pt x="0" y="417"/>
                      <a:pt x="52" y="523"/>
                      <a:pt x="134" y="597"/>
                    </a:cubicBezTo>
                    <a:cubicBezTo>
                      <a:pt x="134" y="0"/>
                      <a:pt x="134" y="0"/>
                      <a:pt x="134" y="0"/>
                    </a:cubicBezTo>
                    <a:cubicBezTo>
                      <a:pt x="52" y="74"/>
                      <a:pt x="0" y="180"/>
                      <a:pt x="0" y="298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96" name="Freeform 77">
                <a:extLst>
                  <a:ext uri="{FF2B5EF4-FFF2-40B4-BE49-F238E27FC236}">
                    <a16:creationId xmlns:a16="http://schemas.microsoft.com/office/drawing/2014/main" id="{06A8F5A2-62EC-4CDC-945A-E6C50C86CA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8558213" y="61913"/>
                <a:ext cx="631825" cy="2843213"/>
              </a:xfrm>
              <a:custGeom>
                <a:avLst/>
                <a:gdLst>
                  <a:gd name="T0" fmla="*/ 0 w 133"/>
                  <a:gd name="T1" fmla="*/ 0 h 597"/>
                  <a:gd name="T2" fmla="*/ 0 w 133"/>
                  <a:gd name="T3" fmla="*/ 597 h 597"/>
                  <a:gd name="T4" fmla="*/ 133 w 133"/>
                  <a:gd name="T5" fmla="*/ 298 h 597"/>
                  <a:gd name="T6" fmla="*/ 0 w 133"/>
                  <a:gd name="T7" fmla="*/ 0 h 5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3" h="597">
                    <a:moveTo>
                      <a:pt x="0" y="0"/>
                    </a:moveTo>
                    <a:cubicBezTo>
                      <a:pt x="0" y="597"/>
                      <a:pt x="0" y="597"/>
                      <a:pt x="0" y="597"/>
                    </a:cubicBezTo>
                    <a:cubicBezTo>
                      <a:pt x="82" y="523"/>
                      <a:pt x="133" y="417"/>
                      <a:pt x="133" y="298"/>
                    </a:cubicBezTo>
                    <a:cubicBezTo>
                      <a:pt x="133" y="180"/>
                      <a:pt x="82" y="74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grpSp>
            <p:nvGrpSpPr>
              <p:cNvPr id="197" name="Group 196">
                <a:extLst>
                  <a:ext uri="{FF2B5EF4-FFF2-40B4-BE49-F238E27FC236}">
                    <a16:creationId xmlns:a16="http://schemas.microsoft.com/office/drawing/2014/main" id="{9625C8AA-1597-4CED-8301-18D382EF0D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7934326" y="61915"/>
                <a:ext cx="1241425" cy="3384000"/>
                <a:chOff x="7934326" y="61915"/>
                <a:chExt cx="1241425" cy="3384000"/>
              </a:xfrm>
            </p:grpSpPr>
            <p:sp>
              <p:nvSpPr>
                <p:cNvPr id="198" name="Line 90">
                  <a:extLst>
                    <a:ext uri="{FF2B5EF4-FFF2-40B4-BE49-F238E27FC236}">
                      <a16:creationId xmlns:a16="http://schemas.microsoft.com/office/drawing/2014/main" id="{5DF95B35-23E9-4724-A4F8-8ED718B5DE7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8558213" y="61915"/>
                  <a:ext cx="0" cy="3384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99" name="Freeform 91">
                  <a:extLst>
                    <a:ext uri="{FF2B5EF4-FFF2-40B4-BE49-F238E27FC236}">
                      <a16:creationId xmlns:a16="http://schemas.microsoft.com/office/drawing/2014/main" id="{26C6754B-5776-451D-95ED-62AA4D0BAEF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8181976" y="523875"/>
                  <a:ext cx="747713" cy="376238"/>
                </a:xfrm>
                <a:custGeom>
                  <a:avLst/>
                  <a:gdLst>
                    <a:gd name="T0" fmla="*/ 471 w 471"/>
                    <a:gd name="T1" fmla="*/ 0 h 237"/>
                    <a:gd name="T2" fmla="*/ 237 w 471"/>
                    <a:gd name="T3" fmla="*/ 237 h 237"/>
                    <a:gd name="T4" fmla="*/ 0 w 471"/>
                    <a:gd name="T5" fmla="*/ 0 h 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71" h="237">
                      <a:moveTo>
                        <a:pt x="471" y="0"/>
                      </a:moveTo>
                      <a:lnTo>
                        <a:pt x="237" y="237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00" name="Freeform 92">
                  <a:extLst>
                    <a:ext uri="{FF2B5EF4-FFF2-40B4-BE49-F238E27FC236}">
                      <a16:creationId xmlns:a16="http://schemas.microsoft.com/office/drawing/2014/main" id="{A345A289-8D6C-4886-B54C-3E0D26D176E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7977188" y="1028700"/>
                  <a:ext cx="1157288" cy="581025"/>
                </a:xfrm>
                <a:custGeom>
                  <a:avLst/>
                  <a:gdLst>
                    <a:gd name="T0" fmla="*/ 729 w 729"/>
                    <a:gd name="T1" fmla="*/ 0 h 366"/>
                    <a:gd name="T2" fmla="*/ 366 w 729"/>
                    <a:gd name="T3" fmla="*/ 366 h 366"/>
                    <a:gd name="T4" fmla="*/ 0 w 729"/>
                    <a:gd name="T5" fmla="*/ 0 h 3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29" h="366">
                      <a:moveTo>
                        <a:pt x="729" y="0"/>
                      </a:moveTo>
                      <a:lnTo>
                        <a:pt x="366" y="366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01" name="Freeform 93">
                  <a:extLst>
                    <a:ext uri="{FF2B5EF4-FFF2-40B4-BE49-F238E27FC236}">
                      <a16:creationId xmlns:a16="http://schemas.microsoft.com/office/drawing/2014/main" id="{5690D981-545B-4A73-A22E-6E701024AC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7934326" y="1700213"/>
                  <a:ext cx="1241425" cy="619125"/>
                </a:xfrm>
                <a:custGeom>
                  <a:avLst/>
                  <a:gdLst>
                    <a:gd name="T0" fmla="*/ 782 w 782"/>
                    <a:gd name="T1" fmla="*/ 0 h 390"/>
                    <a:gd name="T2" fmla="*/ 393 w 782"/>
                    <a:gd name="T3" fmla="*/ 390 h 390"/>
                    <a:gd name="T4" fmla="*/ 0 w 782"/>
                    <a:gd name="T5" fmla="*/ 0 h 3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82" h="390">
                      <a:moveTo>
                        <a:pt x="782" y="0"/>
                      </a:moveTo>
                      <a:lnTo>
                        <a:pt x="393" y="39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FCB89D53-605D-4497-A82E-C5CB7B9AB1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flipH="1">
              <a:off x="28958" y="457964"/>
              <a:ext cx="5539609" cy="5682348"/>
              <a:chOff x="6623433" y="457964"/>
              <a:chExt cx="5539609" cy="5682348"/>
            </a:xfrm>
          </p:grpSpPr>
          <p:grpSp>
            <p:nvGrpSpPr>
              <p:cNvPr id="146" name="Group 145">
                <a:extLst>
                  <a:ext uri="{FF2B5EF4-FFF2-40B4-BE49-F238E27FC236}">
                    <a16:creationId xmlns:a16="http://schemas.microsoft.com/office/drawing/2014/main" id="{4200751B-2483-40F5-8C14-EF64034D45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173" name="Freeform 64">
                  <a:extLst>
                    <a:ext uri="{FF2B5EF4-FFF2-40B4-BE49-F238E27FC236}">
                      <a16:creationId xmlns:a16="http://schemas.microsoft.com/office/drawing/2014/main" id="{A9677C6B-C435-43E3-BF18-DC35709C972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4" name="Freeform 81">
                  <a:extLst>
                    <a:ext uri="{FF2B5EF4-FFF2-40B4-BE49-F238E27FC236}">
                      <a16:creationId xmlns:a16="http://schemas.microsoft.com/office/drawing/2014/main" id="{56E374F1-3376-4D82-B66C-A0588A30F02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5" name="Freeform 61">
                  <a:extLst>
                    <a:ext uri="{FF2B5EF4-FFF2-40B4-BE49-F238E27FC236}">
                      <a16:creationId xmlns:a16="http://schemas.microsoft.com/office/drawing/2014/main" id="{979B4E97-34CE-4034-8523-F1584A03448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6" name="Freeform 78">
                  <a:extLst>
                    <a:ext uri="{FF2B5EF4-FFF2-40B4-BE49-F238E27FC236}">
                      <a16:creationId xmlns:a16="http://schemas.microsoft.com/office/drawing/2014/main" id="{F4C4EFFF-E30B-4F0B-9ED4-FF63047DCBD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7" name="Freeform 84">
                  <a:extLst>
                    <a:ext uri="{FF2B5EF4-FFF2-40B4-BE49-F238E27FC236}">
                      <a16:creationId xmlns:a16="http://schemas.microsoft.com/office/drawing/2014/main" id="{173FDB7E-F5CA-497D-95CF-7A00D6789CF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8" name="Freeform 87">
                  <a:extLst>
                    <a:ext uri="{FF2B5EF4-FFF2-40B4-BE49-F238E27FC236}">
                      <a16:creationId xmlns:a16="http://schemas.microsoft.com/office/drawing/2014/main" id="{42266BB1-5605-4F64-B071-80A97BAD9C3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9" name="Freeform 60">
                  <a:extLst>
                    <a:ext uri="{FF2B5EF4-FFF2-40B4-BE49-F238E27FC236}">
                      <a16:creationId xmlns:a16="http://schemas.microsoft.com/office/drawing/2014/main" id="{90D15A2A-0F2D-4AB8-8252-303BA5DB3B0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0" name="Freeform 59">
                  <a:extLst>
                    <a:ext uri="{FF2B5EF4-FFF2-40B4-BE49-F238E27FC236}">
                      <a16:creationId xmlns:a16="http://schemas.microsoft.com/office/drawing/2014/main" id="{E676282C-5FCF-4E29-AE15-2545F1A685E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1" name="Freeform 62">
                  <a:extLst>
                    <a:ext uri="{FF2B5EF4-FFF2-40B4-BE49-F238E27FC236}">
                      <a16:creationId xmlns:a16="http://schemas.microsoft.com/office/drawing/2014/main" id="{AF7EC2A1-EAFC-4851-A4E3-47811C4456B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2" name="Freeform 65">
                  <a:extLst>
                    <a:ext uri="{FF2B5EF4-FFF2-40B4-BE49-F238E27FC236}">
                      <a16:creationId xmlns:a16="http://schemas.microsoft.com/office/drawing/2014/main" id="{6F9BD94B-F299-45D3-B66E-F20FBC9246D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3" name="Freeform 79">
                  <a:extLst>
                    <a:ext uri="{FF2B5EF4-FFF2-40B4-BE49-F238E27FC236}">
                      <a16:creationId xmlns:a16="http://schemas.microsoft.com/office/drawing/2014/main" id="{50E616C9-EAB1-4990-B569-17C6CB08891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4" name="Freeform 82">
                  <a:extLst>
                    <a:ext uri="{FF2B5EF4-FFF2-40B4-BE49-F238E27FC236}">
                      <a16:creationId xmlns:a16="http://schemas.microsoft.com/office/drawing/2014/main" id="{2F983FB0-2CC2-4D5F-A331-4130F138E91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5" name="Freeform 85">
                  <a:extLst>
                    <a:ext uri="{FF2B5EF4-FFF2-40B4-BE49-F238E27FC236}">
                      <a16:creationId xmlns:a16="http://schemas.microsoft.com/office/drawing/2014/main" id="{B1ABC269-0802-4C4A-9E57-6F876F122C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6" name="Freeform 88">
                  <a:extLst>
                    <a:ext uri="{FF2B5EF4-FFF2-40B4-BE49-F238E27FC236}">
                      <a16:creationId xmlns:a16="http://schemas.microsoft.com/office/drawing/2014/main" id="{233153AF-C5CF-40DD-9E5E-9B84272F46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187" name="Group 186">
                  <a:extLst>
                    <a:ext uri="{FF2B5EF4-FFF2-40B4-BE49-F238E27FC236}">
                      <a16:creationId xmlns:a16="http://schemas.microsoft.com/office/drawing/2014/main" id="{95E220B7-17F2-4748-A337-3B8D5886038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188" name="Line 63">
                    <a:extLst>
                      <a:ext uri="{FF2B5EF4-FFF2-40B4-BE49-F238E27FC236}">
                        <a16:creationId xmlns:a16="http://schemas.microsoft.com/office/drawing/2014/main" id="{63DC02CB-E162-45FD-AF68-0A1DB537F40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89" name="Line 66">
                    <a:extLst>
                      <a:ext uri="{FF2B5EF4-FFF2-40B4-BE49-F238E27FC236}">
                        <a16:creationId xmlns:a16="http://schemas.microsoft.com/office/drawing/2014/main" id="{4D9CBADA-7016-4987-B723-F7AE8E2E574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90" name="Line 67">
                    <a:extLst>
                      <a:ext uri="{FF2B5EF4-FFF2-40B4-BE49-F238E27FC236}">
                        <a16:creationId xmlns:a16="http://schemas.microsoft.com/office/drawing/2014/main" id="{1DCEDCA0-F979-4B3C-A0CA-F98F2DEE892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91" name="Line 80">
                    <a:extLst>
                      <a:ext uri="{FF2B5EF4-FFF2-40B4-BE49-F238E27FC236}">
                        <a16:creationId xmlns:a16="http://schemas.microsoft.com/office/drawing/2014/main" id="{1B701ADB-B6EB-4BED-8D15-F358A67EC9F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92" name="Line 83">
                    <a:extLst>
                      <a:ext uri="{FF2B5EF4-FFF2-40B4-BE49-F238E27FC236}">
                        <a16:creationId xmlns:a16="http://schemas.microsoft.com/office/drawing/2014/main" id="{239EB39D-EF7A-4284-83B8-904957045D8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93" name="Line 86">
                    <a:extLst>
                      <a:ext uri="{FF2B5EF4-FFF2-40B4-BE49-F238E27FC236}">
                        <a16:creationId xmlns:a16="http://schemas.microsoft.com/office/drawing/2014/main" id="{59413AC3-6F9D-431E-8136-F15C0FCA62A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94" name="Line 89">
                    <a:extLst>
                      <a:ext uri="{FF2B5EF4-FFF2-40B4-BE49-F238E27FC236}">
                        <a16:creationId xmlns:a16="http://schemas.microsoft.com/office/drawing/2014/main" id="{987DF8D6-E53D-4C41-B339-1E5094638FA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47" name="Group 146">
                <a:extLst>
                  <a:ext uri="{FF2B5EF4-FFF2-40B4-BE49-F238E27FC236}">
                    <a16:creationId xmlns:a16="http://schemas.microsoft.com/office/drawing/2014/main" id="{66036562-1199-405F-B95A-C3A543B5DB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C4C4997E-6944-4940-8B33-92DB90BCE3A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169" name="Straight Connector 168">
                    <a:extLst>
                      <a:ext uri="{FF2B5EF4-FFF2-40B4-BE49-F238E27FC236}">
                        <a16:creationId xmlns:a16="http://schemas.microsoft.com/office/drawing/2014/main" id="{0A44DA53-5DA1-44E2-8EB4-F53CC84C9F2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0" name="Straight Connector 169">
                    <a:extLst>
                      <a:ext uri="{FF2B5EF4-FFF2-40B4-BE49-F238E27FC236}">
                        <a16:creationId xmlns:a16="http://schemas.microsoft.com/office/drawing/2014/main" id="{F072B3FF-FEA5-46BC-8627-9B46C5F3967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71" name="Rectangle 30">
                    <a:extLst>
                      <a:ext uri="{FF2B5EF4-FFF2-40B4-BE49-F238E27FC236}">
                        <a16:creationId xmlns:a16="http://schemas.microsoft.com/office/drawing/2014/main" id="{FB18587D-1BDA-4D28-9B48-3C37C764B66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72" name="Rectangle 30">
                    <a:extLst>
                      <a:ext uri="{FF2B5EF4-FFF2-40B4-BE49-F238E27FC236}">
                        <a16:creationId xmlns:a16="http://schemas.microsoft.com/office/drawing/2014/main" id="{8CFE033B-F34F-4836-B6F3-93E6C7D9C5C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166" name="Group 165">
                  <a:extLst>
                    <a:ext uri="{FF2B5EF4-FFF2-40B4-BE49-F238E27FC236}">
                      <a16:creationId xmlns:a16="http://schemas.microsoft.com/office/drawing/2014/main" id="{07F79761-CFAA-4330-8067-31EC1DC3E16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167" name="Freeform: Shape 166">
                    <a:extLst>
                      <a:ext uri="{FF2B5EF4-FFF2-40B4-BE49-F238E27FC236}">
                        <a16:creationId xmlns:a16="http://schemas.microsoft.com/office/drawing/2014/main" id="{8A0BC496-427B-4836-B989-97B0673D8F5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68" name="Freeform: Shape 167">
                    <a:extLst>
                      <a:ext uri="{FF2B5EF4-FFF2-40B4-BE49-F238E27FC236}">
                        <a16:creationId xmlns:a16="http://schemas.microsoft.com/office/drawing/2014/main" id="{A0D554E1-33ED-415C-BF15-FC38D2E33C7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48" name="Group 147">
                <a:extLst>
                  <a:ext uri="{FF2B5EF4-FFF2-40B4-BE49-F238E27FC236}">
                    <a16:creationId xmlns:a16="http://schemas.microsoft.com/office/drawing/2014/main" id="{D1F1EE7D-C5FF-46EA-AB9C-94E1F2D9B7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61" name="Group 160">
                  <a:extLst>
                    <a:ext uri="{FF2B5EF4-FFF2-40B4-BE49-F238E27FC236}">
                      <a16:creationId xmlns:a16="http://schemas.microsoft.com/office/drawing/2014/main" id="{2AC2FE37-AED7-4C81-A52E-FD105C1BDA8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63" name="Freeform 68">
                    <a:extLst>
                      <a:ext uri="{FF2B5EF4-FFF2-40B4-BE49-F238E27FC236}">
                        <a16:creationId xmlns:a16="http://schemas.microsoft.com/office/drawing/2014/main" id="{AB34FC05-3259-4BE2-8DA9-91435FAFCE7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64" name="Freeform 69">
                    <a:extLst>
                      <a:ext uri="{FF2B5EF4-FFF2-40B4-BE49-F238E27FC236}">
                        <a16:creationId xmlns:a16="http://schemas.microsoft.com/office/drawing/2014/main" id="{AC11598E-3FD2-47F3-8E57-D5D6130DBC3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162" name="Line 70">
                  <a:extLst>
                    <a:ext uri="{FF2B5EF4-FFF2-40B4-BE49-F238E27FC236}">
                      <a16:creationId xmlns:a16="http://schemas.microsoft.com/office/drawing/2014/main" id="{37D098FA-73CF-44E6-B612-7DE664E5DE0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149" name="Group 148">
                <a:extLst>
                  <a:ext uri="{FF2B5EF4-FFF2-40B4-BE49-F238E27FC236}">
                    <a16:creationId xmlns:a16="http://schemas.microsoft.com/office/drawing/2014/main" id="{66672930-1A30-4508-A9D2-FA4271C6B1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11158635" y="5515533"/>
                <a:ext cx="317159" cy="932400"/>
                <a:chOff x="6376988" y="280988"/>
                <a:chExt cx="633413" cy="1862138"/>
              </a:xfrm>
            </p:grpSpPr>
            <p:sp>
              <p:nvSpPr>
                <p:cNvPr id="158" name="Freeform 68">
                  <a:extLst>
                    <a:ext uri="{FF2B5EF4-FFF2-40B4-BE49-F238E27FC236}">
                      <a16:creationId xmlns:a16="http://schemas.microsoft.com/office/drawing/2014/main" id="{174F3D5B-9943-4A8B-8699-ABB2B7991B8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376988" y="280988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59" name="Freeform 69">
                  <a:extLst>
                    <a:ext uri="{FF2B5EF4-FFF2-40B4-BE49-F238E27FC236}">
                      <a16:creationId xmlns:a16="http://schemas.microsoft.com/office/drawing/2014/main" id="{6834DCA2-951C-4A9B-8490-5C7BD0FFBB9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696076" y="280988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60" name="Line 70">
                  <a:extLst>
                    <a:ext uri="{FF2B5EF4-FFF2-40B4-BE49-F238E27FC236}">
                      <a16:creationId xmlns:a16="http://schemas.microsoft.com/office/drawing/2014/main" id="{316B6CF4-BCF3-4765-B744-A1EB5A76D33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696076" y="280988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150" name="Group 149">
                <a:extLst>
                  <a:ext uri="{FF2B5EF4-FFF2-40B4-BE49-F238E27FC236}">
                    <a16:creationId xmlns:a16="http://schemas.microsoft.com/office/drawing/2014/main" id="{BAD99054-FC47-4391-9369-B309A0AA25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51633" y="4274501"/>
                <a:ext cx="903599" cy="2160000"/>
                <a:chOff x="9057947" y="3423463"/>
                <a:chExt cx="903599" cy="2160000"/>
              </a:xfrm>
            </p:grpSpPr>
            <p:grpSp>
              <p:nvGrpSpPr>
                <p:cNvPr id="151" name="Group 150">
                  <a:extLst>
                    <a:ext uri="{FF2B5EF4-FFF2-40B4-BE49-F238E27FC236}">
                      <a16:creationId xmlns:a16="http://schemas.microsoft.com/office/drawing/2014/main" id="{1A1CDB94-FE6F-4AAC-94D9-DDCEC703B12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057947" y="3432856"/>
                  <a:ext cx="903599" cy="1872461"/>
                  <a:chOff x="10538626" y="3165838"/>
                  <a:chExt cx="936000" cy="1939601"/>
                </a:xfrm>
              </p:grpSpPr>
              <p:sp>
                <p:nvSpPr>
                  <p:cNvPr id="156" name="Freeform: Shape 155">
                    <a:extLst>
                      <a:ext uri="{FF2B5EF4-FFF2-40B4-BE49-F238E27FC236}">
                        <a16:creationId xmlns:a16="http://schemas.microsoft.com/office/drawing/2014/main" id="{99B22DCB-54E6-4769-9DD7-3736B4041B2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538626" y="3183996"/>
                    <a:ext cx="453600" cy="1920288"/>
                  </a:xfrm>
                  <a:custGeom>
                    <a:avLst/>
                    <a:gdLst>
                      <a:gd name="connsiteX0" fmla="*/ 453600 w 453600"/>
                      <a:gd name="connsiteY0" fmla="*/ 0 h 1920288"/>
                      <a:gd name="connsiteX1" fmla="*/ 453600 w 453600"/>
                      <a:gd name="connsiteY1" fmla="*/ 1920288 h 1920288"/>
                      <a:gd name="connsiteX2" fmla="*/ 384059 w 453600"/>
                      <a:gd name="connsiteY2" fmla="*/ 1914152 h 1920288"/>
                      <a:gd name="connsiteX3" fmla="*/ 9354 w 453600"/>
                      <a:gd name="connsiteY3" fmla="*/ 1548700 h 1920288"/>
                      <a:gd name="connsiteX4" fmla="*/ 0 w 453600"/>
                      <a:gd name="connsiteY4" fmla="*/ 1455902 h 1920288"/>
                      <a:gd name="connsiteX5" fmla="*/ 146 w 453600"/>
                      <a:gd name="connsiteY5" fmla="*/ 1451885 h 1920288"/>
                      <a:gd name="connsiteX6" fmla="*/ 145 w 453600"/>
                      <a:gd name="connsiteY6" fmla="*/ 1451885 h 1920288"/>
                      <a:gd name="connsiteX7" fmla="*/ 7358 w 453600"/>
                      <a:gd name="connsiteY7" fmla="*/ 1253678 h 1920288"/>
                      <a:gd name="connsiteX8" fmla="*/ 424671 w 453600"/>
                      <a:gd name="connsiteY8" fmla="*/ 36480 h 1920288"/>
                      <a:gd name="connsiteX9" fmla="*/ 453600 w 453600"/>
                      <a:gd name="connsiteY9" fmla="*/ 0 h 1920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453600" h="1920288">
                        <a:moveTo>
                          <a:pt x="453600" y="0"/>
                        </a:moveTo>
                        <a:lnTo>
                          <a:pt x="453600" y="1920288"/>
                        </a:lnTo>
                        <a:lnTo>
                          <a:pt x="384059" y="1914152"/>
                        </a:lnTo>
                        <a:cubicBezTo>
                          <a:pt x="196308" y="1880615"/>
                          <a:pt x="47443" y="1734834"/>
                          <a:pt x="9354" y="1548700"/>
                        </a:cubicBezTo>
                        <a:lnTo>
                          <a:pt x="0" y="1455902"/>
                        </a:lnTo>
                        <a:lnTo>
                          <a:pt x="146" y="1451885"/>
                        </a:lnTo>
                        <a:lnTo>
                          <a:pt x="145" y="1451885"/>
                        </a:lnTo>
                        <a:lnTo>
                          <a:pt x="7358" y="1253678"/>
                        </a:lnTo>
                        <a:cubicBezTo>
                          <a:pt x="42019" y="780132"/>
                          <a:pt x="195015" y="355125"/>
                          <a:pt x="424671" y="36480"/>
                        </a:cubicBezTo>
                        <a:lnTo>
                          <a:pt x="45360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57" name="Freeform: Shape 156">
                    <a:extLst>
                      <a:ext uri="{FF2B5EF4-FFF2-40B4-BE49-F238E27FC236}">
                        <a16:creationId xmlns:a16="http://schemas.microsoft.com/office/drawing/2014/main" id="{67DA3C33-5733-4571-AD7C-F9D7447D184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992226" y="3165838"/>
                    <a:ext cx="482400" cy="1939601"/>
                  </a:xfrm>
                  <a:custGeom>
                    <a:avLst/>
                    <a:gdLst>
                      <a:gd name="connsiteX0" fmla="*/ 14399 w 482400"/>
                      <a:gd name="connsiteY0" fmla="*/ 0 h 1939601"/>
                      <a:gd name="connsiteX1" fmla="*/ 14399 w 482400"/>
                      <a:gd name="connsiteY1" fmla="*/ 689615 h 1939601"/>
                      <a:gd name="connsiteX2" fmla="*/ 14400 w 482400"/>
                      <a:gd name="connsiteY2" fmla="*/ 689615 h 1939601"/>
                      <a:gd name="connsiteX3" fmla="*/ 14401 w 482400"/>
                      <a:gd name="connsiteY3" fmla="*/ 689615 h 1939601"/>
                      <a:gd name="connsiteX4" fmla="*/ 14401 w 482400"/>
                      <a:gd name="connsiteY4" fmla="*/ 0 h 1939601"/>
                      <a:gd name="connsiteX5" fmla="*/ 57729 w 482400"/>
                      <a:gd name="connsiteY5" fmla="*/ 54638 h 1939601"/>
                      <a:gd name="connsiteX6" fmla="*/ 475042 w 482400"/>
                      <a:gd name="connsiteY6" fmla="*/ 1271836 h 1939601"/>
                      <a:gd name="connsiteX7" fmla="*/ 482255 w 482400"/>
                      <a:gd name="connsiteY7" fmla="*/ 1470043 h 1939601"/>
                      <a:gd name="connsiteX8" fmla="*/ 482254 w 482400"/>
                      <a:gd name="connsiteY8" fmla="*/ 1470043 h 1939601"/>
                      <a:gd name="connsiteX9" fmla="*/ 482400 w 482400"/>
                      <a:gd name="connsiteY9" fmla="*/ 1474060 h 1939601"/>
                      <a:gd name="connsiteX10" fmla="*/ 473046 w 482400"/>
                      <a:gd name="connsiteY10" fmla="*/ 1566858 h 1939601"/>
                      <a:gd name="connsiteX11" fmla="*/ 15706 w 482400"/>
                      <a:gd name="connsiteY11" fmla="*/ 1939601 h 1939601"/>
                      <a:gd name="connsiteX12" fmla="*/ 14400 w 482400"/>
                      <a:gd name="connsiteY12" fmla="*/ 1939469 h 1939601"/>
                      <a:gd name="connsiteX13" fmla="*/ 13094 w 482400"/>
                      <a:gd name="connsiteY13" fmla="*/ 1939601 h 1939601"/>
                      <a:gd name="connsiteX14" fmla="*/ 0 w 482400"/>
                      <a:gd name="connsiteY14" fmla="*/ 1938446 h 1939601"/>
                      <a:gd name="connsiteX15" fmla="*/ 0 w 482400"/>
                      <a:gd name="connsiteY15" fmla="*/ 18158 h 1939601"/>
                      <a:gd name="connsiteX16" fmla="*/ 14399 w 482400"/>
                      <a:gd name="connsiteY16" fmla="*/ 0 h 19396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482400" h="1939601">
                        <a:moveTo>
                          <a:pt x="14399" y="0"/>
                        </a:moveTo>
                        <a:lnTo>
                          <a:pt x="14399" y="689615"/>
                        </a:lnTo>
                        <a:lnTo>
                          <a:pt x="14400" y="689615"/>
                        </a:lnTo>
                        <a:lnTo>
                          <a:pt x="14401" y="689615"/>
                        </a:lnTo>
                        <a:lnTo>
                          <a:pt x="14401" y="0"/>
                        </a:lnTo>
                        <a:lnTo>
                          <a:pt x="57729" y="54638"/>
                        </a:lnTo>
                        <a:cubicBezTo>
                          <a:pt x="287385" y="373283"/>
                          <a:pt x="440381" y="798290"/>
                          <a:pt x="475042" y="1271836"/>
                        </a:cubicBezTo>
                        <a:lnTo>
                          <a:pt x="482255" y="1470043"/>
                        </a:lnTo>
                        <a:lnTo>
                          <a:pt x="482254" y="1470043"/>
                        </a:lnTo>
                        <a:lnTo>
                          <a:pt x="482400" y="1474060"/>
                        </a:lnTo>
                        <a:lnTo>
                          <a:pt x="473046" y="1566858"/>
                        </a:lnTo>
                        <a:cubicBezTo>
                          <a:pt x="429516" y="1779582"/>
                          <a:pt x="241298" y="1939601"/>
                          <a:pt x="15706" y="1939601"/>
                        </a:cubicBezTo>
                        <a:lnTo>
                          <a:pt x="14400" y="1939469"/>
                        </a:lnTo>
                        <a:lnTo>
                          <a:pt x="13094" y="1939601"/>
                        </a:lnTo>
                        <a:lnTo>
                          <a:pt x="0" y="1938446"/>
                        </a:lnTo>
                        <a:lnTo>
                          <a:pt x="0" y="18158"/>
                        </a:lnTo>
                        <a:lnTo>
                          <a:pt x="14399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52" name="Group 151">
                  <a:extLst>
                    <a:ext uri="{FF2B5EF4-FFF2-40B4-BE49-F238E27FC236}">
                      <a16:creationId xmlns:a16="http://schemas.microsoft.com/office/drawing/2014/main" id="{DEACDE3F-3571-479B-8545-A0EB157DFB7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210264" y="3423463"/>
                  <a:ext cx="597126" cy="2160000"/>
                  <a:chOff x="9210264" y="3423463"/>
                  <a:chExt cx="597126" cy="2160000"/>
                </a:xfrm>
              </p:grpSpPr>
              <p:cxnSp>
                <p:nvCxnSpPr>
                  <p:cNvPr id="153" name="Straight Connector 152">
                    <a:extLst>
                      <a:ext uri="{FF2B5EF4-FFF2-40B4-BE49-F238E27FC236}">
                        <a16:creationId xmlns:a16="http://schemas.microsoft.com/office/drawing/2014/main" id="{0EBC688C-242B-4AF8-9A28-74C5D3A7DD7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>
                    <a:off x="9508827" y="3423463"/>
                    <a:ext cx="0" cy="216000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4" name="Rectangle 5">
                    <a:extLst>
                      <a:ext uri="{FF2B5EF4-FFF2-40B4-BE49-F238E27FC236}">
                        <a16:creationId xmlns:a16="http://schemas.microsoft.com/office/drawing/2014/main" id="{C4C8C45C-CEB8-4DEA-A7C9-8028747D4C2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10264" y="4162845"/>
                    <a:ext cx="597126" cy="597126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55" name="Rectangle 5">
                    <a:extLst>
                      <a:ext uri="{FF2B5EF4-FFF2-40B4-BE49-F238E27FC236}">
                        <a16:creationId xmlns:a16="http://schemas.microsoft.com/office/drawing/2014/main" id="{7FC624AF-D992-41C1-A403-A0A4731BE06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97710" y="3747070"/>
                    <a:ext cx="422234" cy="422234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F63171A4-E846-4A64-8292-3ED3583B6D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 flipH="1">
              <a:off x="2171191" y="712681"/>
              <a:ext cx="5539609" cy="5682348"/>
              <a:chOff x="6623433" y="457964"/>
              <a:chExt cx="5539609" cy="5682348"/>
            </a:xfrm>
          </p:grpSpPr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E59C66F3-BAB8-46AB-849B-0BC14A74B8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124" name="Freeform 64">
                  <a:extLst>
                    <a:ext uri="{FF2B5EF4-FFF2-40B4-BE49-F238E27FC236}">
                      <a16:creationId xmlns:a16="http://schemas.microsoft.com/office/drawing/2014/main" id="{68CD087B-52FF-4F11-A251-6F6A6B9093A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5" name="Freeform 81">
                  <a:extLst>
                    <a:ext uri="{FF2B5EF4-FFF2-40B4-BE49-F238E27FC236}">
                      <a16:creationId xmlns:a16="http://schemas.microsoft.com/office/drawing/2014/main" id="{7FD7CD23-A1FC-41E8-A563-0B0A87A8FC8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6" name="Freeform 61">
                  <a:extLst>
                    <a:ext uri="{FF2B5EF4-FFF2-40B4-BE49-F238E27FC236}">
                      <a16:creationId xmlns:a16="http://schemas.microsoft.com/office/drawing/2014/main" id="{A3A34481-695D-470B-9A01-A047EAA615B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7" name="Freeform 78">
                  <a:extLst>
                    <a:ext uri="{FF2B5EF4-FFF2-40B4-BE49-F238E27FC236}">
                      <a16:creationId xmlns:a16="http://schemas.microsoft.com/office/drawing/2014/main" id="{5B26EEFA-6CAA-4BF6-B4BD-7C083D59BF3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8" name="Freeform 84">
                  <a:extLst>
                    <a:ext uri="{FF2B5EF4-FFF2-40B4-BE49-F238E27FC236}">
                      <a16:creationId xmlns:a16="http://schemas.microsoft.com/office/drawing/2014/main" id="{61976329-310A-4F70-B22C-F032D4BF7E3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9" name="Freeform 87">
                  <a:extLst>
                    <a:ext uri="{FF2B5EF4-FFF2-40B4-BE49-F238E27FC236}">
                      <a16:creationId xmlns:a16="http://schemas.microsoft.com/office/drawing/2014/main" id="{0A0DA1ED-70C5-4D8F-B61F-F6E9E07D595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0" name="Freeform 60">
                  <a:extLst>
                    <a:ext uri="{FF2B5EF4-FFF2-40B4-BE49-F238E27FC236}">
                      <a16:creationId xmlns:a16="http://schemas.microsoft.com/office/drawing/2014/main" id="{EDF58541-8ECC-487F-96C7-3267D0F9C8C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1" name="Freeform 59">
                  <a:extLst>
                    <a:ext uri="{FF2B5EF4-FFF2-40B4-BE49-F238E27FC236}">
                      <a16:creationId xmlns:a16="http://schemas.microsoft.com/office/drawing/2014/main" id="{D1DAAA62-5552-4436-97D9-353F629E8AB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2" name="Freeform 62">
                  <a:extLst>
                    <a:ext uri="{FF2B5EF4-FFF2-40B4-BE49-F238E27FC236}">
                      <a16:creationId xmlns:a16="http://schemas.microsoft.com/office/drawing/2014/main" id="{EBA1BB6B-72EF-4525-89A1-FC5BE70D71B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3" name="Freeform 65">
                  <a:extLst>
                    <a:ext uri="{FF2B5EF4-FFF2-40B4-BE49-F238E27FC236}">
                      <a16:creationId xmlns:a16="http://schemas.microsoft.com/office/drawing/2014/main" id="{D3BD4012-93F7-424A-9146-8E7E831D9E7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4" name="Freeform 79">
                  <a:extLst>
                    <a:ext uri="{FF2B5EF4-FFF2-40B4-BE49-F238E27FC236}">
                      <a16:creationId xmlns:a16="http://schemas.microsoft.com/office/drawing/2014/main" id="{A2E36983-6A8E-4C78-AA27-363C0D676C8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5" name="Freeform 82">
                  <a:extLst>
                    <a:ext uri="{FF2B5EF4-FFF2-40B4-BE49-F238E27FC236}">
                      <a16:creationId xmlns:a16="http://schemas.microsoft.com/office/drawing/2014/main" id="{AB2380FC-F201-44F0-A531-1402201E4EB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6" name="Freeform 85">
                  <a:extLst>
                    <a:ext uri="{FF2B5EF4-FFF2-40B4-BE49-F238E27FC236}">
                      <a16:creationId xmlns:a16="http://schemas.microsoft.com/office/drawing/2014/main" id="{737C3A27-BD47-4E93-A1E3-33B902DD068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7" name="Freeform 88">
                  <a:extLst>
                    <a:ext uri="{FF2B5EF4-FFF2-40B4-BE49-F238E27FC236}">
                      <a16:creationId xmlns:a16="http://schemas.microsoft.com/office/drawing/2014/main" id="{C257BCC6-B88D-4C3B-BEFD-25D320F39C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138" name="Group 137">
                  <a:extLst>
                    <a:ext uri="{FF2B5EF4-FFF2-40B4-BE49-F238E27FC236}">
                      <a16:creationId xmlns:a16="http://schemas.microsoft.com/office/drawing/2014/main" id="{0519964D-597A-4E0C-B66C-89D30B8582B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139" name="Line 63">
                    <a:extLst>
                      <a:ext uri="{FF2B5EF4-FFF2-40B4-BE49-F238E27FC236}">
                        <a16:creationId xmlns:a16="http://schemas.microsoft.com/office/drawing/2014/main" id="{A31BADE6-3732-4787-8841-96E8F05C0A9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40" name="Line 66">
                    <a:extLst>
                      <a:ext uri="{FF2B5EF4-FFF2-40B4-BE49-F238E27FC236}">
                        <a16:creationId xmlns:a16="http://schemas.microsoft.com/office/drawing/2014/main" id="{447ED593-61E3-4BD7-8984-7FE5621549D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41" name="Line 67">
                    <a:extLst>
                      <a:ext uri="{FF2B5EF4-FFF2-40B4-BE49-F238E27FC236}">
                        <a16:creationId xmlns:a16="http://schemas.microsoft.com/office/drawing/2014/main" id="{6AD98272-0FC0-49AC-9877-8D2BAA5148B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42" name="Line 80">
                    <a:extLst>
                      <a:ext uri="{FF2B5EF4-FFF2-40B4-BE49-F238E27FC236}">
                        <a16:creationId xmlns:a16="http://schemas.microsoft.com/office/drawing/2014/main" id="{D54770D9-48C7-4C76-9F40-65C9B9C05CE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43" name="Line 83">
                    <a:extLst>
                      <a:ext uri="{FF2B5EF4-FFF2-40B4-BE49-F238E27FC236}">
                        <a16:creationId xmlns:a16="http://schemas.microsoft.com/office/drawing/2014/main" id="{4B9C1A3A-3DED-4CC1-820C-16B358DF9EC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44" name="Line 86">
                    <a:extLst>
                      <a:ext uri="{FF2B5EF4-FFF2-40B4-BE49-F238E27FC236}">
                        <a16:creationId xmlns:a16="http://schemas.microsoft.com/office/drawing/2014/main" id="{2404A56E-8A81-48CB-9AC4-2CB6EA55DD7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45" name="Line 89">
                    <a:extLst>
                      <a:ext uri="{FF2B5EF4-FFF2-40B4-BE49-F238E27FC236}">
                        <a16:creationId xmlns:a16="http://schemas.microsoft.com/office/drawing/2014/main" id="{6D6A743B-85A5-41A8-9664-D654620D25D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23DAD9FD-AF99-4D89-9BC8-E6739BD17A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16" name="Group 115">
                  <a:extLst>
                    <a:ext uri="{FF2B5EF4-FFF2-40B4-BE49-F238E27FC236}">
                      <a16:creationId xmlns:a16="http://schemas.microsoft.com/office/drawing/2014/main" id="{D7170781-0173-4FAB-8358-42C469FC51A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120" name="Straight Connector 119">
                    <a:extLst>
                      <a:ext uri="{FF2B5EF4-FFF2-40B4-BE49-F238E27FC236}">
                        <a16:creationId xmlns:a16="http://schemas.microsoft.com/office/drawing/2014/main" id="{03C55E22-B879-4AE0-BC46-BA8A4E950C5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1" name="Straight Connector 120">
                    <a:extLst>
                      <a:ext uri="{FF2B5EF4-FFF2-40B4-BE49-F238E27FC236}">
                        <a16:creationId xmlns:a16="http://schemas.microsoft.com/office/drawing/2014/main" id="{AA07E073-1978-4DCC-9E5C-FF89EF524BF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2" name="Rectangle 30">
                    <a:extLst>
                      <a:ext uri="{FF2B5EF4-FFF2-40B4-BE49-F238E27FC236}">
                        <a16:creationId xmlns:a16="http://schemas.microsoft.com/office/drawing/2014/main" id="{5691F80E-D2E0-4E78-AA76-8D827AE4101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3" name="Rectangle 30">
                    <a:extLst>
                      <a:ext uri="{FF2B5EF4-FFF2-40B4-BE49-F238E27FC236}">
                        <a16:creationId xmlns:a16="http://schemas.microsoft.com/office/drawing/2014/main" id="{E34C55D1-5C55-44D3-9C26-E1951DA3937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117" name="Group 116">
                  <a:extLst>
                    <a:ext uri="{FF2B5EF4-FFF2-40B4-BE49-F238E27FC236}">
                      <a16:creationId xmlns:a16="http://schemas.microsoft.com/office/drawing/2014/main" id="{4C9CB0E6-07EF-4140-926D-D380C1A88EB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118" name="Freeform: Shape 117">
                    <a:extLst>
                      <a:ext uri="{FF2B5EF4-FFF2-40B4-BE49-F238E27FC236}">
                        <a16:creationId xmlns:a16="http://schemas.microsoft.com/office/drawing/2014/main" id="{263BBD78-504D-435B-8933-2C460DC38E7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9" name="Freeform: Shape 118">
                    <a:extLst>
                      <a:ext uri="{FF2B5EF4-FFF2-40B4-BE49-F238E27FC236}">
                        <a16:creationId xmlns:a16="http://schemas.microsoft.com/office/drawing/2014/main" id="{1AD78D29-1FCF-4E88-A958-924F701D5E4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EA551A3F-69EF-45CC-87F7-867808A3FA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12" name="Group 111">
                  <a:extLst>
                    <a:ext uri="{FF2B5EF4-FFF2-40B4-BE49-F238E27FC236}">
                      <a16:creationId xmlns:a16="http://schemas.microsoft.com/office/drawing/2014/main" id="{12724B09-E74E-49FA-BB5D-583BB89B798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14" name="Freeform 68">
                    <a:extLst>
                      <a:ext uri="{FF2B5EF4-FFF2-40B4-BE49-F238E27FC236}">
                        <a16:creationId xmlns:a16="http://schemas.microsoft.com/office/drawing/2014/main" id="{DA2788BF-64AD-4328-8CB9-8C2C98CF54E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15" name="Freeform 69">
                    <a:extLst>
                      <a:ext uri="{FF2B5EF4-FFF2-40B4-BE49-F238E27FC236}">
                        <a16:creationId xmlns:a16="http://schemas.microsoft.com/office/drawing/2014/main" id="{D9591CB5-16C9-44FC-B125-529D33F91BF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113" name="Line 70">
                  <a:extLst>
                    <a:ext uri="{FF2B5EF4-FFF2-40B4-BE49-F238E27FC236}">
                      <a16:creationId xmlns:a16="http://schemas.microsoft.com/office/drawing/2014/main" id="{4F82A945-38F0-45AF-A28A-C6A0E6A2E7F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80FA6744-F48F-4652-86E5-BA3ABEF3227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11158635" y="5515533"/>
                <a:ext cx="317159" cy="932400"/>
                <a:chOff x="6376988" y="280988"/>
                <a:chExt cx="633413" cy="1862138"/>
              </a:xfrm>
            </p:grpSpPr>
            <p:sp>
              <p:nvSpPr>
                <p:cNvPr id="109" name="Freeform 68">
                  <a:extLst>
                    <a:ext uri="{FF2B5EF4-FFF2-40B4-BE49-F238E27FC236}">
                      <a16:creationId xmlns:a16="http://schemas.microsoft.com/office/drawing/2014/main" id="{FAC3DEAD-5797-4CA1-A8F2-3F487AAC6B1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376988" y="280988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10" name="Freeform 69">
                  <a:extLst>
                    <a:ext uri="{FF2B5EF4-FFF2-40B4-BE49-F238E27FC236}">
                      <a16:creationId xmlns:a16="http://schemas.microsoft.com/office/drawing/2014/main" id="{F9AF9D64-C9FB-4D32-993D-3423A2E55EE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696076" y="280988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11" name="Line 70">
                  <a:extLst>
                    <a:ext uri="{FF2B5EF4-FFF2-40B4-BE49-F238E27FC236}">
                      <a16:creationId xmlns:a16="http://schemas.microsoft.com/office/drawing/2014/main" id="{9097AC72-422F-4CE0-A772-A63E2294ACD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696076" y="280988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1A6B3F4D-48A0-4FC2-8720-2606D6AA04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51633" y="4274501"/>
                <a:ext cx="903599" cy="2160000"/>
                <a:chOff x="9057947" y="3423463"/>
                <a:chExt cx="903599" cy="2160000"/>
              </a:xfrm>
            </p:grpSpPr>
            <p:grpSp>
              <p:nvGrpSpPr>
                <p:cNvPr id="102" name="Group 101">
                  <a:extLst>
                    <a:ext uri="{FF2B5EF4-FFF2-40B4-BE49-F238E27FC236}">
                      <a16:creationId xmlns:a16="http://schemas.microsoft.com/office/drawing/2014/main" id="{67E4FA26-563D-4D19-BAEB-A370818E51A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057947" y="3432856"/>
                  <a:ext cx="903599" cy="1872461"/>
                  <a:chOff x="10538626" y="3165838"/>
                  <a:chExt cx="936000" cy="1939601"/>
                </a:xfrm>
              </p:grpSpPr>
              <p:sp>
                <p:nvSpPr>
                  <p:cNvPr id="107" name="Freeform: Shape 106">
                    <a:extLst>
                      <a:ext uri="{FF2B5EF4-FFF2-40B4-BE49-F238E27FC236}">
                        <a16:creationId xmlns:a16="http://schemas.microsoft.com/office/drawing/2014/main" id="{03B51AAC-6B1D-43D1-8885-402653BA90F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538626" y="3183996"/>
                    <a:ext cx="453600" cy="1920288"/>
                  </a:xfrm>
                  <a:custGeom>
                    <a:avLst/>
                    <a:gdLst>
                      <a:gd name="connsiteX0" fmla="*/ 453600 w 453600"/>
                      <a:gd name="connsiteY0" fmla="*/ 0 h 1920288"/>
                      <a:gd name="connsiteX1" fmla="*/ 453600 w 453600"/>
                      <a:gd name="connsiteY1" fmla="*/ 1920288 h 1920288"/>
                      <a:gd name="connsiteX2" fmla="*/ 384059 w 453600"/>
                      <a:gd name="connsiteY2" fmla="*/ 1914152 h 1920288"/>
                      <a:gd name="connsiteX3" fmla="*/ 9354 w 453600"/>
                      <a:gd name="connsiteY3" fmla="*/ 1548700 h 1920288"/>
                      <a:gd name="connsiteX4" fmla="*/ 0 w 453600"/>
                      <a:gd name="connsiteY4" fmla="*/ 1455902 h 1920288"/>
                      <a:gd name="connsiteX5" fmla="*/ 146 w 453600"/>
                      <a:gd name="connsiteY5" fmla="*/ 1451885 h 1920288"/>
                      <a:gd name="connsiteX6" fmla="*/ 145 w 453600"/>
                      <a:gd name="connsiteY6" fmla="*/ 1451885 h 1920288"/>
                      <a:gd name="connsiteX7" fmla="*/ 7358 w 453600"/>
                      <a:gd name="connsiteY7" fmla="*/ 1253678 h 1920288"/>
                      <a:gd name="connsiteX8" fmla="*/ 424671 w 453600"/>
                      <a:gd name="connsiteY8" fmla="*/ 36480 h 1920288"/>
                      <a:gd name="connsiteX9" fmla="*/ 453600 w 453600"/>
                      <a:gd name="connsiteY9" fmla="*/ 0 h 1920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453600" h="1920288">
                        <a:moveTo>
                          <a:pt x="453600" y="0"/>
                        </a:moveTo>
                        <a:lnTo>
                          <a:pt x="453600" y="1920288"/>
                        </a:lnTo>
                        <a:lnTo>
                          <a:pt x="384059" y="1914152"/>
                        </a:lnTo>
                        <a:cubicBezTo>
                          <a:pt x="196308" y="1880615"/>
                          <a:pt x="47443" y="1734834"/>
                          <a:pt x="9354" y="1548700"/>
                        </a:cubicBezTo>
                        <a:lnTo>
                          <a:pt x="0" y="1455902"/>
                        </a:lnTo>
                        <a:lnTo>
                          <a:pt x="146" y="1451885"/>
                        </a:lnTo>
                        <a:lnTo>
                          <a:pt x="145" y="1451885"/>
                        </a:lnTo>
                        <a:lnTo>
                          <a:pt x="7358" y="1253678"/>
                        </a:lnTo>
                        <a:cubicBezTo>
                          <a:pt x="42019" y="780132"/>
                          <a:pt x="195015" y="355125"/>
                          <a:pt x="424671" y="36480"/>
                        </a:cubicBezTo>
                        <a:lnTo>
                          <a:pt x="45360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8" name="Freeform: Shape 107">
                    <a:extLst>
                      <a:ext uri="{FF2B5EF4-FFF2-40B4-BE49-F238E27FC236}">
                        <a16:creationId xmlns:a16="http://schemas.microsoft.com/office/drawing/2014/main" id="{CF4180FB-7FBD-421F-A284-4C2CC61B384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992226" y="3165838"/>
                    <a:ext cx="482400" cy="1939601"/>
                  </a:xfrm>
                  <a:custGeom>
                    <a:avLst/>
                    <a:gdLst>
                      <a:gd name="connsiteX0" fmla="*/ 14399 w 482400"/>
                      <a:gd name="connsiteY0" fmla="*/ 0 h 1939601"/>
                      <a:gd name="connsiteX1" fmla="*/ 14399 w 482400"/>
                      <a:gd name="connsiteY1" fmla="*/ 689615 h 1939601"/>
                      <a:gd name="connsiteX2" fmla="*/ 14400 w 482400"/>
                      <a:gd name="connsiteY2" fmla="*/ 689615 h 1939601"/>
                      <a:gd name="connsiteX3" fmla="*/ 14401 w 482400"/>
                      <a:gd name="connsiteY3" fmla="*/ 689615 h 1939601"/>
                      <a:gd name="connsiteX4" fmla="*/ 14401 w 482400"/>
                      <a:gd name="connsiteY4" fmla="*/ 0 h 1939601"/>
                      <a:gd name="connsiteX5" fmla="*/ 57729 w 482400"/>
                      <a:gd name="connsiteY5" fmla="*/ 54638 h 1939601"/>
                      <a:gd name="connsiteX6" fmla="*/ 475042 w 482400"/>
                      <a:gd name="connsiteY6" fmla="*/ 1271836 h 1939601"/>
                      <a:gd name="connsiteX7" fmla="*/ 482255 w 482400"/>
                      <a:gd name="connsiteY7" fmla="*/ 1470043 h 1939601"/>
                      <a:gd name="connsiteX8" fmla="*/ 482254 w 482400"/>
                      <a:gd name="connsiteY8" fmla="*/ 1470043 h 1939601"/>
                      <a:gd name="connsiteX9" fmla="*/ 482400 w 482400"/>
                      <a:gd name="connsiteY9" fmla="*/ 1474060 h 1939601"/>
                      <a:gd name="connsiteX10" fmla="*/ 473046 w 482400"/>
                      <a:gd name="connsiteY10" fmla="*/ 1566858 h 1939601"/>
                      <a:gd name="connsiteX11" fmla="*/ 15706 w 482400"/>
                      <a:gd name="connsiteY11" fmla="*/ 1939601 h 1939601"/>
                      <a:gd name="connsiteX12" fmla="*/ 14400 w 482400"/>
                      <a:gd name="connsiteY12" fmla="*/ 1939469 h 1939601"/>
                      <a:gd name="connsiteX13" fmla="*/ 13094 w 482400"/>
                      <a:gd name="connsiteY13" fmla="*/ 1939601 h 1939601"/>
                      <a:gd name="connsiteX14" fmla="*/ 0 w 482400"/>
                      <a:gd name="connsiteY14" fmla="*/ 1938446 h 1939601"/>
                      <a:gd name="connsiteX15" fmla="*/ 0 w 482400"/>
                      <a:gd name="connsiteY15" fmla="*/ 18158 h 1939601"/>
                      <a:gd name="connsiteX16" fmla="*/ 14399 w 482400"/>
                      <a:gd name="connsiteY16" fmla="*/ 0 h 19396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482400" h="1939601">
                        <a:moveTo>
                          <a:pt x="14399" y="0"/>
                        </a:moveTo>
                        <a:lnTo>
                          <a:pt x="14399" y="689615"/>
                        </a:lnTo>
                        <a:lnTo>
                          <a:pt x="14400" y="689615"/>
                        </a:lnTo>
                        <a:lnTo>
                          <a:pt x="14401" y="689615"/>
                        </a:lnTo>
                        <a:lnTo>
                          <a:pt x="14401" y="0"/>
                        </a:lnTo>
                        <a:lnTo>
                          <a:pt x="57729" y="54638"/>
                        </a:lnTo>
                        <a:cubicBezTo>
                          <a:pt x="287385" y="373283"/>
                          <a:pt x="440381" y="798290"/>
                          <a:pt x="475042" y="1271836"/>
                        </a:cubicBezTo>
                        <a:lnTo>
                          <a:pt x="482255" y="1470043"/>
                        </a:lnTo>
                        <a:lnTo>
                          <a:pt x="482254" y="1470043"/>
                        </a:lnTo>
                        <a:lnTo>
                          <a:pt x="482400" y="1474060"/>
                        </a:lnTo>
                        <a:lnTo>
                          <a:pt x="473046" y="1566858"/>
                        </a:lnTo>
                        <a:cubicBezTo>
                          <a:pt x="429516" y="1779582"/>
                          <a:pt x="241298" y="1939601"/>
                          <a:pt x="15706" y="1939601"/>
                        </a:cubicBezTo>
                        <a:lnTo>
                          <a:pt x="14400" y="1939469"/>
                        </a:lnTo>
                        <a:lnTo>
                          <a:pt x="13094" y="1939601"/>
                        </a:lnTo>
                        <a:lnTo>
                          <a:pt x="0" y="1938446"/>
                        </a:lnTo>
                        <a:lnTo>
                          <a:pt x="0" y="18158"/>
                        </a:lnTo>
                        <a:lnTo>
                          <a:pt x="14399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03" name="Group 102">
                  <a:extLst>
                    <a:ext uri="{FF2B5EF4-FFF2-40B4-BE49-F238E27FC236}">
                      <a16:creationId xmlns:a16="http://schemas.microsoft.com/office/drawing/2014/main" id="{28E615C5-6A2E-4BF3-A3A8-9061C5B1B84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210264" y="3423463"/>
                  <a:ext cx="597126" cy="2160000"/>
                  <a:chOff x="9210264" y="3423463"/>
                  <a:chExt cx="597126" cy="2160000"/>
                </a:xfrm>
              </p:grpSpPr>
              <p:cxnSp>
                <p:nvCxnSpPr>
                  <p:cNvPr id="104" name="Straight Connector 103">
                    <a:extLst>
                      <a:ext uri="{FF2B5EF4-FFF2-40B4-BE49-F238E27FC236}">
                        <a16:creationId xmlns:a16="http://schemas.microsoft.com/office/drawing/2014/main" id="{B15A4CEB-6B8D-48C3-8484-3EC282A34A1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>
                    <a:off x="9508827" y="3423463"/>
                    <a:ext cx="0" cy="216000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5" name="Rectangle 5">
                    <a:extLst>
                      <a:ext uri="{FF2B5EF4-FFF2-40B4-BE49-F238E27FC236}">
                        <a16:creationId xmlns:a16="http://schemas.microsoft.com/office/drawing/2014/main" id="{38F7FD7D-E582-4214-B1B3-D289130553F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10264" y="4162845"/>
                    <a:ext cx="597126" cy="597126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06" name="Rectangle 5">
                    <a:extLst>
                      <a:ext uri="{FF2B5EF4-FFF2-40B4-BE49-F238E27FC236}">
                        <a16:creationId xmlns:a16="http://schemas.microsoft.com/office/drawing/2014/main" id="{B74D1DAC-C0D4-447E-8665-EAFF34F4E32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97710" y="3747070"/>
                    <a:ext cx="422234" cy="422234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</p:grp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8E5FA1-697B-6FB5-4F63-346DF5F1703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630067" y="3219450"/>
            <a:ext cx="4128934" cy="3092780"/>
          </a:xfrm>
        </p:spPr>
        <p:txBody>
          <a:bodyPr/>
          <a:lstStyle>
            <a:lvl1pPr marL="0" indent="0" algn="ctr">
              <a:buNone/>
              <a:defRPr lang="en-US" sz="2000" kern="1200" spc="50" dirty="0" smtClean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1pPr>
            <a:lvl2pPr marL="360000" indent="0">
              <a:buNone/>
              <a:defRPr lang="en-US" sz="2000" kern="1200" spc="50" dirty="0" smtClean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2pPr>
            <a:lvl3pPr marL="720000" indent="0">
              <a:buNone/>
              <a:defRPr lang="en-US" sz="2000" kern="1200" spc="50" dirty="0" smtClean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3pPr>
            <a:lvl4pPr marL="1080000" indent="0">
              <a:buNone/>
              <a:defRPr lang="en-US" sz="2000" kern="1200" spc="50" dirty="0" smtClean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4pPr>
            <a:lvl5pPr marL="1440000" indent="0">
              <a:buNone/>
              <a:defRPr lang="en-US" sz="2000" kern="1200" spc="50" dirty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189466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4522" y="298564"/>
            <a:ext cx="4650901" cy="6260873"/>
          </a:xfrm>
        </p:spPr>
        <p:txBody>
          <a:bodyPr anchor="ctr">
            <a:no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44A4473-D4D4-4E24-B542-C5D63C28D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53976" y="457964"/>
            <a:ext cx="6009066" cy="5914582"/>
            <a:chOff x="6153976" y="457964"/>
            <a:chExt cx="6009066" cy="591458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4CA4A32-A016-460F-8B99-22A5D265B4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012621" y="2980002"/>
              <a:ext cx="317159" cy="932400"/>
              <a:chOff x="6376988" y="280988"/>
              <a:chExt cx="633413" cy="1862138"/>
            </a:xfrm>
          </p:grpSpPr>
          <p:sp>
            <p:nvSpPr>
              <p:cNvPr id="86" name="Freeform 68">
                <a:extLst>
                  <a:ext uri="{FF2B5EF4-FFF2-40B4-BE49-F238E27FC236}">
                    <a16:creationId xmlns:a16="http://schemas.microsoft.com/office/drawing/2014/main" id="{84DB1BC2-B158-4DA5-9164-843E6B566C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376988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7" name="Freeform 69">
                <a:extLst>
                  <a:ext uri="{FF2B5EF4-FFF2-40B4-BE49-F238E27FC236}">
                    <a16:creationId xmlns:a16="http://schemas.microsoft.com/office/drawing/2014/main" id="{751FDE2E-D749-401E-B3BA-66B2F523182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6076" y="280988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8" name="Line 70">
                <a:extLst>
                  <a:ext uri="{FF2B5EF4-FFF2-40B4-BE49-F238E27FC236}">
                    <a16:creationId xmlns:a16="http://schemas.microsoft.com/office/drawing/2014/main" id="{49546377-E2EE-4854-AA84-5575789BAF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696076" y="280988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4FCC465-42B8-456F-951F-8C51A42F97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324466" y="457964"/>
              <a:ext cx="3838576" cy="5838297"/>
              <a:chOff x="8324466" y="457964"/>
              <a:chExt cx="3838576" cy="5838297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3D7F8A9A-8A53-4FD3-855C-C49B035CE8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AC347F99-AC7C-4DB2-8AAF-9E2A7AE629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64" name="Freeform 64">
                  <a:extLst>
                    <a:ext uri="{FF2B5EF4-FFF2-40B4-BE49-F238E27FC236}">
                      <a16:creationId xmlns:a16="http://schemas.microsoft.com/office/drawing/2014/main" id="{89B06C37-E219-479D-B324-0DC7D056517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5" name="Freeform 81">
                  <a:extLst>
                    <a:ext uri="{FF2B5EF4-FFF2-40B4-BE49-F238E27FC236}">
                      <a16:creationId xmlns:a16="http://schemas.microsoft.com/office/drawing/2014/main" id="{29A1D878-CEA2-41DC-8638-A8523167266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6" name="Freeform 61">
                  <a:extLst>
                    <a:ext uri="{FF2B5EF4-FFF2-40B4-BE49-F238E27FC236}">
                      <a16:creationId xmlns:a16="http://schemas.microsoft.com/office/drawing/2014/main" id="{99394209-57ED-4126-A8DC-0862D1FA11E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7" name="Freeform 78">
                  <a:extLst>
                    <a:ext uri="{FF2B5EF4-FFF2-40B4-BE49-F238E27FC236}">
                      <a16:creationId xmlns:a16="http://schemas.microsoft.com/office/drawing/2014/main" id="{A48B0004-4618-4D71-88D1-A2FEE4F0ADE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8" name="Freeform 84">
                  <a:extLst>
                    <a:ext uri="{FF2B5EF4-FFF2-40B4-BE49-F238E27FC236}">
                      <a16:creationId xmlns:a16="http://schemas.microsoft.com/office/drawing/2014/main" id="{4D1C172B-2446-428A-A518-FE1B5FCE0D3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9" name="Freeform 87">
                  <a:extLst>
                    <a:ext uri="{FF2B5EF4-FFF2-40B4-BE49-F238E27FC236}">
                      <a16:creationId xmlns:a16="http://schemas.microsoft.com/office/drawing/2014/main" id="{E359C795-FCC1-401F-B0B6-F722AE632AA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0" name="Freeform 60">
                  <a:extLst>
                    <a:ext uri="{FF2B5EF4-FFF2-40B4-BE49-F238E27FC236}">
                      <a16:creationId xmlns:a16="http://schemas.microsoft.com/office/drawing/2014/main" id="{8260D102-71BB-497E-A5CF-743FB59874D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1" name="Freeform 59">
                  <a:extLst>
                    <a:ext uri="{FF2B5EF4-FFF2-40B4-BE49-F238E27FC236}">
                      <a16:creationId xmlns:a16="http://schemas.microsoft.com/office/drawing/2014/main" id="{811E3D98-A5FB-4BDE-A07D-A03EB898C67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2" name="Freeform 62">
                  <a:extLst>
                    <a:ext uri="{FF2B5EF4-FFF2-40B4-BE49-F238E27FC236}">
                      <a16:creationId xmlns:a16="http://schemas.microsoft.com/office/drawing/2014/main" id="{9E48CE7F-B4EF-4629-8706-6838C171EF0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3" name="Freeform 65">
                  <a:extLst>
                    <a:ext uri="{FF2B5EF4-FFF2-40B4-BE49-F238E27FC236}">
                      <a16:creationId xmlns:a16="http://schemas.microsoft.com/office/drawing/2014/main" id="{C8EBC77A-0887-4128-A73B-2C0165C6F94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4" name="Freeform 79">
                  <a:extLst>
                    <a:ext uri="{FF2B5EF4-FFF2-40B4-BE49-F238E27FC236}">
                      <a16:creationId xmlns:a16="http://schemas.microsoft.com/office/drawing/2014/main" id="{7AF3D400-AAAA-47BD-922E-AA3A2AFA302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5" name="Freeform 82">
                  <a:extLst>
                    <a:ext uri="{FF2B5EF4-FFF2-40B4-BE49-F238E27FC236}">
                      <a16:creationId xmlns:a16="http://schemas.microsoft.com/office/drawing/2014/main" id="{B0A3E6A0-609D-427D-9D34-E7CF184B453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6" name="Freeform 85">
                  <a:extLst>
                    <a:ext uri="{FF2B5EF4-FFF2-40B4-BE49-F238E27FC236}">
                      <a16:creationId xmlns:a16="http://schemas.microsoft.com/office/drawing/2014/main" id="{DDE08965-A3F4-426A-924B-102A6F6FE27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7" name="Freeform 88">
                  <a:extLst>
                    <a:ext uri="{FF2B5EF4-FFF2-40B4-BE49-F238E27FC236}">
                      <a16:creationId xmlns:a16="http://schemas.microsoft.com/office/drawing/2014/main" id="{13FA8E6E-7F53-47E9-9BF8-1CD3130F42B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78" name="Group 77">
                  <a:extLst>
                    <a:ext uri="{FF2B5EF4-FFF2-40B4-BE49-F238E27FC236}">
                      <a16:creationId xmlns:a16="http://schemas.microsoft.com/office/drawing/2014/main" id="{7A8A9991-EF8F-4128-9DB7-A2FA8CF2F6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79" name="Line 63">
                    <a:extLst>
                      <a:ext uri="{FF2B5EF4-FFF2-40B4-BE49-F238E27FC236}">
                        <a16:creationId xmlns:a16="http://schemas.microsoft.com/office/drawing/2014/main" id="{41E966B6-186E-4D17-B570-969B6951AC0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0" name="Line 66">
                    <a:extLst>
                      <a:ext uri="{FF2B5EF4-FFF2-40B4-BE49-F238E27FC236}">
                        <a16:creationId xmlns:a16="http://schemas.microsoft.com/office/drawing/2014/main" id="{918B08AD-5F3C-4FC5-8998-8524763C750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1" name="Line 67">
                    <a:extLst>
                      <a:ext uri="{FF2B5EF4-FFF2-40B4-BE49-F238E27FC236}">
                        <a16:creationId xmlns:a16="http://schemas.microsoft.com/office/drawing/2014/main" id="{EDF72260-B0A1-47A1-9459-FDF4600ACA6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2" name="Line 80">
                    <a:extLst>
                      <a:ext uri="{FF2B5EF4-FFF2-40B4-BE49-F238E27FC236}">
                        <a16:creationId xmlns:a16="http://schemas.microsoft.com/office/drawing/2014/main" id="{C6A7FA58-53F7-4C2F-96D5-E97BB3CC679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3" name="Line 83">
                    <a:extLst>
                      <a:ext uri="{FF2B5EF4-FFF2-40B4-BE49-F238E27FC236}">
                        <a16:creationId xmlns:a16="http://schemas.microsoft.com/office/drawing/2014/main" id="{1B986617-481E-450F-8FAD-CA3086A3E04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4" name="Line 86">
                    <a:extLst>
                      <a:ext uri="{FF2B5EF4-FFF2-40B4-BE49-F238E27FC236}">
                        <a16:creationId xmlns:a16="http://schemas.microsoft.com/office/drawing/2014/main" id="{4D24CAEB-B2FE-4796-8E6E-DB5148C380F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5" name="Line 89">
                    <a:extLst>
                      <a:ext uri="{FF2B5EF4-FFF2-40B4-BE49-F238E27FC236}">
                        <a16:creationId xmlns:a16="http://schemas.microsoft.com/office/drawing/2014/main" id="{3D577B03-E6D9-4FFA-A799-E504CBF8D71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43509C13-FDEE-45B0-B954-D80D6F38F0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21FF647D-8D8A-43E8-A2E2-46D1117839F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87B8728B-0A45-4551-99F0-CF33B850DA5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CCFAA15D-9EFC-4A70-AC98-CB3EF00C3A4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2" name="Rectangle 30">
                    <a:extLst>
                      <a:ext uri="{FF2B5EF4-FFF2-40B4-BE49-F238E27FC236}">
                        <a16:creationId xmlns:a16="http://schemas.microsoft.com/office/drawing/2014/main" id="{AD80CCBD-3F02-48A0-A24E-5971D229517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63" name="Rectangle 30">
                    <a:extLst>
                      <a:ext uri="{FF2B5EF4-FFF2-40B4-BE49-F238E27FC236}">
                        <a16:creationId xmlns:a16="http://schemas.microsoft.com/office/drawing/2014/main" id="{AB5B7D34-5A4E-48DE-8893-0F022E4CC95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2341ADC6-0CC2-46C0-BA6F-9D991366980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58" name="Freeform: Shape 57">
                    <a:extLst>
                      <a:ext uri="{FF2B5EF4-FFF2-40B4-BE49-F238E27FC236}">
                        <a16:creationId xmlns:a16="http://schemas.microsoft.com/office/drawing/2014/main" id="{A93316DB-546B-41BA-AD1B-94D5C467023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9" name="Freeform: Shape 58">
                    <a:extLst>
                      <a:ext uri="{FF2B5EF4-FFF2-40B4-BE49-F238E27FC236}">
                        <a16:creationId xmlns:a16="http://schemas.microsoft.com/office/drawing/2014/main" id="{35105C82-44C4-41C2-96AE-ADE6DD1D712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A7A634F2-054C-4614-9ECB-96BE809893D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1764AB7F-1912-4909-A04A-C8D125467E1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54" name="Freeform 68">
                    <a:extLst>
                      <a:ext uri="{FF2B5EF4-FFF2-40B4-BE49-F238E27FC236}">
                        <a16:creationId xmlns:a16="http://schemas.microsoft.com/office/drawing/2014/main" id="{6B93639B-DE1C-4A46-A4B5-B88FD6FC201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55" name="Freeform 69">
                    <a:extLst>
                      <a:ext uri="{FF2B5EF4-FFF2-40B4-BE49-F238E27FC236}">
                        <a16:creationId xmlns:a16="http://schemas.microsoft.com/office/drawing/2014/main" id="{A6C5D17F-13E7-4861-A839-3C56ABD56C4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53" name="Line 70">
                  <a:extLst>
                    <a:ext uri="{FF2B5EF4-FFF2-40B4-BE49-F238E27FC236}">
                      <a16:creationId xmlns:a16="http://schemas.microsoft.com/office/drawing/2014/main" id="{1C343C91-0F9E-4530-939D-2D9F15DF4A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2109E9F-E572-4202-B7A6-630155DD5B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6153976" y="534249"/>
              <a:ext cx="3838576" cy="5838297"/>
              <a:chOff x="8324466" y="457964"/>
              <a:chExt cx="3838576" cy="5838297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4FF54B2-44F5-42F7-8353-111D80A8D2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19A2BBF4-4F54-4179-B672-AD4C8D58A3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26" name="Freeform 64">
                  <a:extLst>
                    <a:ext uri="{FF2B5EF4-FFF2-40B4-BE49-F238E27FC236}">
                      <a16:creationId xmlns:a16="http://schemas.microsoft.com/office/drawing/2014/main" id="{2F2D95CF-DAE2-4601-B9A6-233F4F2F30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7" name="Freeform 81">
                  <a:extLst>
                    <a:ext uri="{FF2B5EF4-FFF2-40B4-BE49-F238E27FC236}">
                      <a16:creationId xmlns:a16="http://schemas.microsoft.com/office/drawing/2014/main" id="{3CD52B72-C30B-4570-A8AB-78CB884F8D0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8" name="Freeform 61">
                  <a:extLst>
                    <a:ext uri="{FF2B5EF4-FFF2-40B4-BE49-F238E27FC236}">
                      <a16:creationId xmlns:a16="http://schemas.microsoft.com/office/drawing/2014/main" id="{696A9FBF-C89D-4CF9-A1DC-C0275A3B326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9" name="Freeform 78">
                  <a:extLst>
                    <a:ext uri="{FF2B5EF4-FFF2-40B4-BE49-F238E27FC236}">
                      <a16:creationId xmlns:a16="http://schemas.microsoft.com/office/drawing/2014/main" id="{C50B0ACE-17B4-4F11-BA43-0159796B839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0" name="Freeform 84">
                  <a:extLst>
                    <a:ext uri="{FF2B5EF4-FFF2-40B4-BE49-F238E27FC236}">
                      <a16:creationId xmlns:a16="http://schemas.microsoft.com/office/drawing/2014/main" id="{F0346B01-7019-48B2-9BE7-3E90F590FD6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1" name="Freeform 87">
                  <a:extLst>
                    <a:ext uri="{FF2B5EF4-FFF2-40B4-BE49-F238E27FC236}">
                      <a16:creationId xmlns:a16="http://schemas.microsoft.com/office/drawing/2014/main" id="{5C186E4B-7559-4E95-9BDD-7DA75E0873B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2" name="Freeform 60">
                  <a:extLst>
                    <a:ext uri="{FF2B5EF4-FFF2-40B4-BE49-F238E27FC236}">
                      <a16:creationId xmlns:a16="http://schemas.microsoft.com/office/drawing/2014/main" id="{4FFE117A-211E-4BD5-AB76-05026DEC6B5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3" name="Freeform 59">
                  <a:extLst>
                    <a:ext uri="{FF2B5EF4-FFF2-40B4-BE49-F238E27FC236}">
                      <a16:creationId xmlns:a16="http://schemas.microsoft.com/office/drawing/2014/main" id="{5CC0C412-2859-4E97-924F-291318E6AD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4" name="Freeform 62">
                  <a:extLst>
                    <a:ext uri="{FF2B5EF4-FFF2-40B4-BE49-F238E27FC236}">
                      <a16:creationId xmlns:a16="http://schemas.microsoft.com/office/drawing/2014/main" id="{AECE441C-0FBF-4F02-9781-35F2487E3C0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5" name="Freeform 65">
                  <a:extLst>
                    <a:ext uri="{FF2B5EF4-FFF2-40B4-BE49-F238E27FC236}">
                      <a16:creationId xmlns:a16="http://schemas.microsoft.com/office/drawing/2014/main" id="{951A4317-3E34-41B4-BCD9-E6E0627C18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6" name="Freeform 79">
                  <a:extLst>
                    <a:ext uri="{FF2B5EF4-FFF2-40B4-BE49-F238E27FC236}">
                      <a16:creationId xmlns:a16="http://schemas.microsoft.com/office/drawing/2014/main" id="{CE2D40E4-274B-4D43-801B-7B3BAF03E45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7" name="Freeform 82">
                  <a:extLst>
                    <a:ext uri="{FF2B5EF4-FFF2-40B4-BE49-F238E27FC236}">
                      <a16:creationId xmlns:a16="http://schemas.microsoft.com/office/drawing/2014/main" id="{2D939FC8-6395-4DCB-B28C-2342BFB72F2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8" name="Freeform 85">
                  <a:extLst>
                    <a:ext uri="{FF2B5EF4-FFF2-40B4-BE49-F238E27FC236}">
                      <a16:creationId xmlns:a16="http://schemas.microsoft.com/office/drawing/2014/main" id="{620FEEF2-AE91-48CA-8FE7-B50F83E1CF2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9" name="Freeform 88">
                  <a:extLst>
                    <a:ext uri="{FF2B5EF4-FFF2-40B4-BE49-F238E27FC236}">
                      <a16:creationId xmlns:a16="http://schemas.microsoft.com/office/drawing/2014/main" id="{27050D75-D26B-4BD3-A4A5-68DF13E9C13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37668160-F5BE-4756-B84F-C68992BC7A5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41" name="Line 63">
                    <a:extLst>
                      <a:ext uri="{FF2B5EF4-FFF2-40B4-BE49-F238E27FC236}">
                        <a16:creationId xmlns:a16="http://schemas.microsoft.com/office/drawing/2014/main" id="{E7F90261-4A5A-4C39-B4B3-FEBED04E345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2" name="Line 66">
                    <a:extLst>
                      <a:ext uri="{FF2B5EF4-FFF2-40B4-BE49-F238E27FC236}">
                        <a16:creationId xmlns:a16="http://schemas.microsoft.com/office/drawing/2014/main" id="{71681E7C-A7E8-4F01-9001-3FD1105E1B4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3" name="Line 67">
                    <a:extLst>
                      <a:ext uri="{FF2B5EF4-FFF2-40B4-BE49-F238E27FC236}">
                        <a16:creationId xmlns:a16="http://schemas.microsoft.com/office/drawing/2014/main" id="{901B0597-C838-4481-A49D-E8D85B631C7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4" name="Line 80">
                    <a:extLst>
                      <a:ext uri="{FF2B5EF4-FFF2-40B4-BE49-F238E27FC236}">
                        <a16:creationId xmlns:a16="http://schemas.microsoft.com/office/drawing/2014/main" id="{23C2B0BF-A329-4A97-B3D5-545BC6813E2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5" name="Line 83">
                    <a:extLst>
                      <a:ext uri="{FF2B5EF4-FFF2-40B4-BE49-F238E27FC236}">
                        <a16:creationId xmlns:a16="http://schemas.microsoft.com/office/drawing/2014/main" id="{DBCCCA80-4FEE-4C79-8AF3-66B97054C84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6" name="Line 86">
                    <a:extLst>
                      <a:ext uri="{FF2B5EF4-FFF2-40B4-BE49-F238E27FC236}">
                        <a16:creationId xmlns:a16="http://schemas.microsoft.com/office/drawing/2014/main" id="{4B9AD13F-808D-4464-989B-F40B3E77B74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7" name="Line 89">
                    <a:extLst>
                      <a:ext uri="{FF2B5EF4-FFF2-40B4-BE49-F238E27FC236}">
                        <a16:creationId xmlns:a16="http://schemas.microsoft.com/office/drawing/2014/main" id="{076473B5-E30F-4635-8789-51368A971BD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EF568995-35CF-4C80-A63C-82B47F1BA1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99432608-19E2-4A3E-A68B-45C8E5DD471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22" name="Straight Connector 21">
                    <a:extLst>
                      <a:ext uri="{FF2B5EF4-FFF2-40B4-BE49-F238E27FC236}">
                        <a16:creationId xmlns:a16="http://schemas.microsoft.com/office/drawing/2014/main" id="{127A2810-84DE-450A-986B-DE8AF8AE6F1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1A56ED6A-BBD4-4005-A99D-65BCF8047CC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4" name="Rectangle 30">
                    <a:extLst>
                      <a:ext uri="{FF2B5EF4-FFF2-40B4-BE49-F238E27FC236}">
                        <a16:creationId xmlns:a16="http://schemas.microsoft.com/office/drawing/2014/main" id="{CFC0629C-AFCE-4D39-87D5-36EF1FE5CF8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5" name="Rectangle 30">
                    <a:extLst>
                      <a:ext uri="{FF2B5EF4-FFF2-40B4-BE49-F238E27FC236}">
                        <a16:creationId xmlns:a16="http://schemas.microsoft.com/office/drawing/2014/main" id="{81F3517A-93AD-4DF3-BEC7-E607A73E5E2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4CBBC251-E8DD-438C-8733-7D65F461A44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20" name="Freeform: Shape 19">
                    <a:extLst>
                      <a:ext uri="{FF2B5EF4-FFF2-40B4-BE49-F238E27FC236}">
                        <a16:creationId xmlns:a16="http://schemas.microsoft.com/office/drawing/2014/main" id="{6A94A4D4-EFFA-4AE2-B533-75F01F0F006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Freeform: Shape 20">
                    <a:extLst>
                      <a:ext uri="{FF2B5EF4-FFF2-40B4-BE49-F238E27FC236}">
                        <a16:creationId xmlns:a16="http://schemas.microsoft.com/office/drawing/2014/main" id="{1F4B0E1D-2F9C-444A-ADBA-BDE9F01D8DD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5F5ACA0E-A5DF-4015-8FD4-FA7A53E9D1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5A4DCFFD-FD3C-42EA-862E-5B792D9020A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6" name="Freeform 68">
                    <a:extLst>
                      <a:ext uri="{FF2B5EF4-FFF2-40B4-BE49-F238E27FC236}">
                        <a16:creationId xmlns:a16="http://schemas.microsoft.com/office/drawing/2014/main" id="{0089A8F3-7530-4C17-848C-580015C3EDC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7" name="Freeform 69">
                    <a:extLst>
                      <a:ext uri="{FF2B5EF4-FFF2-40B4-BE49-F238E27FC236}">
                        <a16:creationId xmlns:a16="http://schemas.microsoft.com/office/drawing/2014/main" id="{61D8EA0C-1521-4C6D-8C09-DD6D8F1F221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15" name="Line 70">
                  <a:extLst>
                    <a:ext uri="{FF2B5EF4-FFF2-40B4-BE49-F238E27FC236}">
                      <a16:creationId xmlns:a16="http://schemas.microsoft.com/office/drawing/2014/main" id="{517033B6-6B8A-4BD6-9A52-BF9E9EFBD48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229122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2DDA7E-8449-42D1-93BD-4E96C1BFC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2EB64-DBC0-4012-830E-9166670D1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400" y="1685925"/>
            <a:ext cx="10213200" cy="4040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9A3E9-8704-4E26-A519-8215B3E943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0000" y="6357168"/>
            <a:ext cx="1760150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90E32-87A0-44C2-A299-D45FAB146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12" y="6357600"/>
            <a:ext cx="668337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3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C1A41-01A7-44E2-965B-ACFD4F280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760150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999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9" r:id="rId12"/>
    <p:sldLayoutId id="2147483717" r:id="rId13"/>
    <p:sldLayoutId id="2147483672" r:id="rId14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50000"/>
        </a:lnSpc>
        <a:spcBef>
          <a:spcPts val="10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37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680">
          <p15:clr>
            <a:srgbClr val="F26B43"/>
          </p15:clr>
        </p15:guide>
        <p15:guide id="4" pos="7000">
          <p15:clr>
            <a:srgbClr val="F26B43"/>
          </p15:clr>
        </p15:guide>
        <p15:guide id="5" orient="horz" pos="679">
          <p15:clr>
            <a:srgbClr val="F26B43"/>
          </p15:clr>
        </p15:guide>
        <p15:guide id="6" orient="horz" pos="3640">
          <p15:clr>
            <a:srgbClr val="F26B43"/>
          </p15:clr>
        </p15:guide>
        <p15:guide id="7" pos="6644">
          <p15:clr>
            <a:srgbClr val="F26B43"/>
          </p15:clr>
        </p15:guide>
        <p15:guide id="8" pos="6289">
          <p15:clr>
            <a:srgbClr val="F26B43"/>
          </p15:clr>
        </p15:guide>
        <p15:guide id="9" pos="5945">
          <p15:clr>
            <a:srgbClr val="F26B43"/>
          </p15:clr>
        </p15:guide>
        <p15:guide id="10" pos="1391">
          <p15:clr>
            <a:srgbClr val="F26B43"/>
          </p15:clr>
        </p15:guide>
        <p15:guide id="11" pos="1032">
          <p15:clr>
            <a:srgbClr val="F26B43"/>
          </p15:clr>
        </p15:guide>
        <p15:guide id="12" pos="1732">
          <p15:clr>
            <a:srgbClr val="F26B43"/>
          </p15:clr>
        </p15:guide>
        <p15:guide id="13" pos="2084">
          <p15:clr>
            <a:srgbClr val="F26B43"/>
          </p15:clr>
        </p15:guide>
        <p15:guide id="14" pos="5596">
          <p15:clr>
            <a:srgbClr val="F26B43"/>
          </p15:clr>
        </p15:guide>
        <p15:guide id="15" pos="2436">
          <p15:clr>
            <a:srgbClr val="F26B43"/>
          </p15:clr>
        </p15:guide>
        <p15:guide id="16" pos="5244">
          <p15:clr>
            <a:srgbClr val="F26B43"/>
          </p15:clr>
        </p15:guide>
        <p15:guide id="17" pos="2792">
          <p15:clr>
            <a:srgbClr val="F26B43"/>
          </p15:clr>
        </p15:guide>
        <p15:guide id="18" pos="4892">
          <p15:clr>
            <a:srgbClr val="F26B43"/>
          </p15:clr>
        </p15:guide>
        <p15:guide id="19" pos="4543">
          <p15:clr>
            <a:srgbClr val="F26B43"/>
          </p15:clr>
        </p15:guide>
        <p15:guide id="20" pos="3488">
          <p15:clr>
            <a:srgbClr val="F26B43"/>
          </p15:clr>
        </p15:guide>
        <p15:guide id="21" pos="4192">
          <p15:clr>
            <a:srgbClr val="F26B43"/>
          </p15:clr>
        </p15:guide>
        <p15:guide id="22" pos="3840">
          <p15:clr>
            <a:srgbClr val="F26B43"/>
          </p15:clr>
        </p15:guide>
        <p15:guide id="23" pos="340">
          <p15:clr>
            <a:srgbClr val="A4A3A4"/>
          </p15:clr>
        </p15:guide>
        <p15:guide id="24" pos="7340">
          <p15:clr>
            <a:srgbClr val="A4A3A4"/>
          </p15:clr>
        </p15:guide>
        <p15:guide id="25" orient="horz" pos="1062">
          <p15:clr>
            <a:srgbClr val="5ACBF0"/>
          </p15:clr>
        </p15:guide>
        <p15:guide id="26" orient="horz" pos="3982">
          <p15:clr>
            <a:srgbClr val="A4A3A4"/>
          </p15:clr>
        </p15:guide>
        <p15:guide id="27" orient="horz" pos="338">
          <p15:clr>
            <a:srgbClr val="A4A3A4"/>
          </p15:clr>
        </p15:guide>
        <p15:guide id="28" orient="horz" pos="950">
          <p15:clr>
            <a:srgbClr val="5ACBF0"/>
          </p15:clr>
        </p15:guide>
        <p15:guide id="29" orient="horz" pos="249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8000" dirty="0"/>
              <a:t>Granular</a:t>
            </a:r>
            <a:br>
              <a:rPr lang="en-US" sz="8000" dirty="0"/>
            </a:br>
            <a:r>
              <a:rPr lang="en-US" sz="8000" dirty="0"/>
              <a:t>Synchrony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3D291F2-4F3B-9988-830C-3A03B6B27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Abstract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3957EAB-1A32-A2FE-6656-37F9DA322CC7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68163" y="1585094"/>
            <a:ext cx="8919966" cy="5150003"/>
          </a:xfrm>
        </p:spPr>
        <p:txBody>
          <a:bodyPr>
            <a:normAutofit fontScale="92500" lnSpcReduction="10000"/>
          </a:bodyPr>
          <a:lstStyle/>
          <a:p>
            <a:pPr algn="just">
              <a:buNone/>
            </a:pPr>
            <a:endParaRPr lang="en-US" sz="16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900" dirty="0"/>
              <a:t>Three mainstream network timing models: Synchrony, Partial Synchrony, Asynchrony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900" dirty="0"/>
              <a:t>These models are coarse grained, either assuming overly rigid timing constraints or allowing complete unpredictability.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900" i="1" dirty="0"/>
              <a:t>Granular Synchrony</a:t>
            </a:r>
            <a:r>
              <a:rPr lang="en-US" sz="1900" dirty="0"/>
              <a:t> introduces a mixed model incorporating all three timing behaviors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900" dirty="0"/>
              <a:t>The new model is both theoretically significant and better aligned with real-world network conditions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900" dirty="0"/>
              <a:t>Granular Synchrony serves as a unifying framework where existing models are special cases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Necessary &amp; sufficient conditions for consensus with crash &amp; Byzantine faults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19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867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8E42D-8D97-02EA-0933-8BCCB02CE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150BF-C04A-54F3-0279-53371161EBB9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68163" y="1585094"/>
            <a:ext cx="8652793" cy="5272906"/>
          </a:xfrm>
        </p:spPr>
        <p:txBody>
          <a:bodyPr>
            <a:normAutofit/>
          </a:bodyPr>
          <a:lstStyle/>
          <a:p>
            <a:pPr>
              <a:buNone/>
            </a:pPr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Distributed computing relies on timing models and affected by them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Three mainstream models: Synchrony, Partial Synchrony, Asynchrony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Synchrony assumes strict message timing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Asynchrony allows arbitrary delays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Partial Synchrony introduces unknown but finite stabilization time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Partial synchrony balances these but remains close to asynchrony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708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15B14-3C25-74AE-A0A1-494DE0AD1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Motivation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51EEB-7870-3BD4-3447-8800281ACAB4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Traditional models are too coarse</a:t>
            </a:r>
          </a:p>
          <a:p>
            <a:pPr algn="just"/>
            <a:r>
              <a:rPr lang="en-US" dirty="0"/>
              <a:t>Real networks are heterogeneous</a:t>
            </a:r>
          </a:p>
          <a:p>
            <a:pPr algn="just"/>
            <a:r>
              <a:rPr lang="en-US" dirty="0"/>
              <a:t>Datacenters traffic isn’t perfectly synchronous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The granular synchrony model provides a more realistic timing structure, preserving fault tolerance while eliminating unnecessary assumptions about full synchrony.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9670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A0B90-734A-8AEB-CA16-C896A486F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Limitations of Existing Models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9A82C-54AA-6C62-A950-0CC72A5B2A28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Synchrony model is too strict—any delayed message violates assumptions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Asynchrony is highly pessimistic, making deterministic consensus impossible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Partial synchrony is widely used but close to asynchrony in fault tolerance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Partial synchrony is unpredictable due to unknown stabilization time (GST).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978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ED698-77F6-0FA1-EAAA-903B7B74A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Granular Synchrony Model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B1DCC-E82C-3FE2-EA29-D8844BF1EB8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68163" y="1585093"/>
            <a:ext cx="8652793" cy="4872857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Represents network heterogeneity using a graph structure with synchronous, partially synchronous, and asynchronous links.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Allows for better modeling of modern distributed systems spanning multiple datacenters.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Unifies existing models—synchrony, partial synchrony, and asynchrony are special cases within this framework.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Extends fault tolerance beyond traditional models—consensus achievable without full synchrony.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Presents necessary &amp; sufficient conditions for crash &amp; Byzantine fault-tolerant consensus.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Supports consensus despite f ≥ n/2 crash faults or f ≥ n/3 Byzantine faults, improving resilience.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0244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D828C-38AD-7196-8111-11E139530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Consensus Under Granular Synchrony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D1A64-194A-7F4B-3A0B-4EDDCF691546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Fault tolerance extended beyond traditional models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Consensus achievable with f ≥ n/2 crash faults and f ≥ n/3 Byzantine faults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New theoretical bounds ensuring agreement even in mixed timing networks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Does not require full synchrony to maintain safety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Supports efficient leader election &amp; quorum formation, ensuring consensus progress even with adversarial disruptions.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011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74640-F1FC-18A8-4772-F1E1B026F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Variants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EB44D-388D-875D-D1D6-D0CF1883456F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algn="just"/>
            <a:r>
              <a:rPr lang="en-US" b="1" dirty="0"/>
              <a:t>Granular Partial Synchrony</a:t>
            </a:r>
            <a:r>
              <a:rPr lang="en-US" dirty="0"/>
              <a:t> – Only synchronous and partially synchronous links.</a:t>
            </a:r>
          </a:p>
          <a:p>
            <a:pPr marL="457200" lvl="1" indent="0" algn="just">
              <a:buNone/>
            </a:pPr>
            <a:r>
              <a:rPr lang="en-US" dirty="0"/>
              <a:t>Ensures fault tolerance if quorum of n - f nodes can communicate synchronously with at least f + 1 nodes.</a:t>
            </a:r>
          </a:p>
          <a:p>
            <a:pPr algn="just"/>
            <a:r>
              <a:rPr lang="en-US" b="1" dirty="0"/>
              <a:t>Granular Asynchrony</a:t>
            </a:r>
            <a:r>
              <a:rPr lang="en-US" dirty="0"/>
              <a:t> – Includes asynchronous links while maintaining consensus conditions.</a:t>
            </a:r>
          </a:p>
          <a:p>
            <a:pPr marL="457200" lvl="1" indent="0" algn="just">
              <a:buNone/>
            </a:pPr>
            <a:r>
              <a:rPr lang="en-US" dirty="0"/>
              <a:t>Enables deterministic consensus under controlled network connectivity constraints.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349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BB7B9-33A5-6F98-DD02-7CFCC405A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Crash Fault-Tolerant Consensus (CFT)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37FDD-7784-7857-D734-85083F4E64BF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Achieves consensus despite f ≥ n/2 crash faults, extending fault tolerance..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Any quorum of n - f nodes must be able to communicate synchronously with at least f + 1 nodes.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Ensures message delivery propagation from large groups to a smaller, critical set.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 Prevents network partitioning that allows multiple conflicting decisions.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Graph-based view allows more nuanced analysis of link behaviors.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Enables safe operation in mixed-link environments</a:t>
            </a:r>
          </a:p>
        </p:txBody>
      </p:sp>
    </p:spTree>
    <p:extLst>
      <p:ext uri="{BB962C8B-B14F-4D97-AF65-F5344CB8AC3E}">
        <p14:creationId xmlns:p14="http://schemas.microsoft.com/office/powerpoint/2010/main" val="22564528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93831-69A3-C3B5-60C1-5F6FFA578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CFT Consensus in Granular Partial Synchrony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7DC7F-3303-DCD2-D72E-82AC029DAFE3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68163" y="1859973"/>
            <a:ext cx="8804437" cy="459797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Protocol Workflow: </a:t>
            </a:r>
          </a:p>
          <a:p>
            <a:r>
              <a:rPr lang="en-US" dirty="0"/>
              <a:t>Status Phase: Nodes share lock and view with leader. </a:t>
            </a:r>
          </a:p>
          <a:p>
            <a:r>
              <a:rPr lang="en-US" dirty="0"/>
              <a:t>Proposal Phase: Leader chooses value with highest lock. </a:t>
            </a:r>
          </a:p>
          <a:p>
            <a:r>
              <a:rPr lang="en-US" dirty="0"/>
              <a:t>Voting Phase: Nodes lock and vote for proposed value.</a:t>
            </a:r>
          </a:p>
          <a:p>
            <a:r>
              <a:rPr lang="en-US" dirty="0"/>
              <a:t> Commitment Phase: If 𝑛 − 𝑓 n−f votes received → commit and terminate.</a:t>
            </a:r>
          </a:p>
          <a:p>
            <a:r>
              <a:rPr lang="en-US" dirty="0"/>
              <a:t>View Change: Timeout triggers new view with updated locks.</a:t>
            </a:r>
          </a:p>
          <a:p>
            <a:r>
              <a:rPr lang="en-US" dirty="0"/>
              <a:t>Locks prevent conflicting commits across views. </a:t>
            </a:r>
          </a:p>
          <a:p>
            <a:r>
              <a:rPr lang="en-US" dirty="0"/>
              <a:t>Quorum size of 𝑛 − 𝑓 n−f ensures resilience against crash faults.</a:t>
            </a:r>
          </a:p>
        </p:txBody>
      </p:sp>
    </p:spTree>
    <p:extLst>
      <p:ext uri="{BB962C8B-B14F-4D97-AF65-F5344CB8AC3E}">
        <p14:creationId xmlns:p14="http://schemas.microsoft.com/office/powerpoint/2010/main" val="3118771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49193-5806-F8D8-352A-E21116748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CFT Consensus in Granular Asynchrony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FD460-AD75-8883-E737-EA2D859ABEC2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algn="just"/>
            <a:r>
              <a:rPr lang="en-US" dirty="0"/>
              <a:t>Consensus requires that after removing: </a:t>
            </a:r>
          </a:p>
          <a:p>
            <a:pPr lvl="1" algn="just"/>
            <a:r>
              <a:rPr lang="en-US" dirty="0"/>
              <a:t>All faulty nodes, and</a:t>
            </a:r>
          </a:p>
          <a:p>
            <a:pPr lvl="1" algn="just"/>
            <a:r>
              <a:rPr lang="en-US" dirty="0"/>
              <a:t> All asynchronous links, the remaining graph must have a connected component covering at least 𝑛 − 𝑓 n−f nodes.</a:t>
            </a:r>
          </a:p>
          <a:p>
            <a:pPr algn="just"/>
            <a:r>
              <a:rPr lang="en-US" dirty="0"/>
              <a:t>Asynchronous links can delay indefinitely, breaking liveness. </a:t>
            </a:r>
          </a:p>
          <a:p>
            <a:pPr algn="just"/>
            <a:r>
              <a:rPr lang="en-US" dirty="0"/>
              <a:t>This condition ensures a reliable communication core remains.</a:t>
            </a:r>
          </a:p>
          <a:p>
            <a:pPr algn="just"/>
            <a:r>
              <a:rPr lang="en-US" dirty="0"/>
              <a:t> Prevents FLP-style impossibility in fragmented networks.</a:t>
            </a:r>
          </a:p>
          <a:p>
            <a:pPr algn="just"/>
            <a:r>
              <a:rPr lang="en-US" dirty="0"/>
              <a:t> Guarantees a stable leader will eventually commit once async links stop interfering.</a:t>
            </a:r>
          </a:p>
        </p:txBody>
      </p:sp>
    </p:spTree>
    <p:extLst>
      <p:ext uri="{BB962C8B-B14F-4D97-AF65-F5344CB8AC3E}">
        <p14:creationId xmlns:p14="http://schemas.microsoft.com/office/powerpoint/2010/main" val="14465033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A31BD-6284-82C4-96D1-69A5C7CAD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Byzantine Fault-Tolerant Consensus (BFT)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000D4-5987-042E-80E9-E0DA02DCA4BF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Faulty nodes can behave arbitrarily (Byzantine faults) rather than simply crashing.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Protocol guarantees correctness even with f ≥ n/3 Byzantine nodes.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Any set of n - 2f correct nodes must be able to communicate synchronously with at least f + 1 correct nodes.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Ensures no partitioning among honest nodes, preventing adversarial manipulation.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Equivocation detection prevents conflicting proposals from Byzantine nodes.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Quorum intersection ensures unique decision values across views.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Uses network connectivity to bypass full synchrony limitations.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Improves resilience in distributed systems spanning multiple datacenters.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2526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4BF19-7281-A628-4D67-4A9A4B51A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5982F-D805-4D66-9F21-FCB7AA5A03ED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Bridged the gap between classical models by generalizing network timing assumptions.</a:t>
            </a:r>
          </a:p>
          <a:p>
            <a:pPr algn="just"/>
            <a:r>
              <a:rPr lang="en-US" dirty="0"/>
              <a:t>Developed consensus protocols resilient to partial synchrony and asynchrony with minimal assumptions.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Granular Synchrony provides a realistic distributed timing model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Enhances fault tolerance, surpassing traditional models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Unifies existing frameworks while enabling consensus in mixed-timing networks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Future research: Refining conditions for Byzantine fault-tolerant consensus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10078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460C3-E599-BA34-2EDD-875DEFA6D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04AED-572F-67B4-9F50-E65372DBBEC9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68163" y="1839191"/>
            <a:ext cx="8652793" cy="461875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Muhammad Samir Khan and Nitin Vaidya. Asynchronous byzantine consensus on undirected graphs under local broadcast model, 2019. arXiv:1909.02865.</a:t>
            </a:r>
          </a:p>
          <a:p>
            <a:r>
              <a:rPr lang="en-US" dirty="0"/>
              <a:t>Leslie Lamport, Robert Shostak, and Marshall Pease. The byzantine generals problem. ACM Trans. Program. Lang. Syst., 4(3):382–401, </a:t>
            </a:r>
            <a:r>
              <a:rPr lang="en-US" dirty="0" err="1"/>
              <a:t>jul</a:t>
            </a:r>
            <a:r>
              <a:rPr lang="en-US" dirty="0"/>
              <a:t> 1982. doi:10.1145/357172.357176.</a:t>
            </a:r>
          </a:p>
          <a:p>
            <a:r>
              <a:rPr lang="en-US" dirty="0"/>
              <a:t>Fedor </a:t>
            </a:r>
            <a:r>
              <a:rPr lang="en-US" dirty="0" err="1"/>
              <a:t>Ryabinin</a:t>
            </a:r>
            <a:r>
              <a:rPr lang="en-US" dirty="0"/>
              <a:t>, Alexey </a:t>
            </a:r>
            <a:r>
              <a:rPr lang="en-US" dirty="0" err="1"/>
              <a:t>Gotsman</a:t>
            </a:r>
            <a:r>
              <a:rPr lang="en-US" dirty="0"/>
              <a:t>, and Pierre Sutra. </a:t>
            </a:r>
            <a:r>
              <a:rPr lang="en-US" dirty="0" err="1"/>
              <a:t>SwiftPaxos</a:t>
            </a:r>
            <a:r>
              <a:rPr lang="en-US" dirty="0"/>
              <a:t>: Fast Geo-Replicated state machines. In 21st USENIX Symposium on Networked Systems Design and Implementation (NSDI 24), pages 345– 369, Santa Clara, CA, April 2024. USENIX Association. URL: https://www.usenix.org/conference/ nsdi24/presentation/</a:t>
            </a:r>
            <a:r>
              <a:rPr lang="en-US" dirty="0" err="1"/>
              <a:t>ryabinin</a:t>
            </a:r>
            <a:r>
              <a:rPr lang="en-US" dirty="0"/>
              <a:t>. </a:t>
            </a:r>
          </a:p>
          <a:p>
            <a:r>
              <a:rPr lang="en-US" dirty="0"/>
              <a:t>Lewis Tseng and Nitin Vaidya. Exact byzantine consensus in directed graphs, 2014. arXiv:1208.5075</a:t>
            </a:r>
          </a:p>
          <a:p>
            <a:r>
              <a:rPr lang="en-US" dirty="0"/>
              <a:t>D. Dolev and H. R. Strong. Authenticated algorithms for byzantine agreement. SIAM J. </a:t>
            </a:r>
            <a:r>
              <a:rPr lang="en-US" dirty="0" err="1"/>
              <a:t>Comput</a:t>
            </a:r>
            <a:r>
              <a:rPr lang="en-US" dirty="0"/>
              <a:t>., 12(4):656–666, </a:t>
            </a:r>
            <a:r>
              <a:rPr lang="en-US" dirty="0" err="1"/>
              <a:t>nov</a:t>
            </a:r>
            <a:r>
              <a:rPr lang="en-US" dirty="0"/>
              <a:t> 1983. doi:10.1137/0212045.</a:t>
            </a:r>
          </a:p>
        </p:txBody>
      </p:sp>
    </p:spTree>
    <p:extLst>
      <p:ext uri="{BB962C8B-B14F-4D97-AF65-F5344CB8AC3E}">
        <p14:creationId xmlns:p14="http://schemas.microsoft.com/office/powerpoint/2010/main" val="18096481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AE308-3076-43DB-B834-DA0B0AE19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4155" y="2602923"/>
            <a:ext cx="6473797" cy="1652153"/>
          </a:xfrm>
        </p:spPr>
        <p:txBody>
          <a:bodyPr wrap="square" anchor="b">
            <a:normAutofit/>
          </a:bodyPr>
          <a:lstStyle/>
          <a:p>
            <a:r>
              <a:rPr lang="en-US" sz="72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103683689"/>
      </p:ext>
    </p:extLst>
  </p:cSld>
  <p:clrMapOvr>
    <a:masterClrMapping/>
  </p:clrMapOvr>
</p:sld>
</file>

<file path=ppt/theme/theme1.xml><?xml version="1.0" encoding="utf-8"?>
<a:theme xmlns:a="http://schemas.openxmlformats.org/drawingml/2006/main" name="FrostyVTI">
  <a:themeElements>
    <a:clrScheme name="Frosty">
      <a:dk1>
        <a:sysClr val="windowText" lastClr="000000"/>
      </a:dk1>
      <a:lt1>
        <a:sysClr val="window" lastClr="FFFFFF"/>
      </a:lt1>
      <a:dk2>
        <a:srgbClr val="0B2827"/>
      </a:dk2>
      <a:lt2>
        <a:srgbClr val="DAE3E3"/>
      </a:lt2>
      <a:accent1>
        <a:srgbClr val="767E37"/>
      </a:accent1>
      <a:accent2>
        <a:srgbClr val="B495C2"/>
      </a:accent2>
      <a:accent3>
        <a:srgbClr val="8FA3A3"/>
      </a:accent3>
      <a:accent4>
        <a:srgbClr val="CE7F01"/>
      </a:accent4>
      <a:accent5>
        <a:srgbClr val="D15A29"/>
      </a:accent5>
      <a:accent6>
        <a:srgbClr val="B88470"/>
      </a:accent6>
      <a:hlink>
        <a:srgbClr val="B57001"/>
      </a:hlink>
      <a:folHlink>
        <a:srgbClr val="996209"/>
      </a:folHlink>
    </a:clrScheme>
    <a:fontScheme name="Frosted Leaf">
      <a:majorFont>
        <a:latin typeface="Goudy Old Style"/>
        <a:ea typeface=""/>
        <a:cs typeface=""/>
      </a:majorFont>
      <a:minorFont>
        <a:latin typeface="Avenir Next LT Pro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ostyVTI" id="{DD283BC3-E0B6-4E4B-91CF-F0F54D51BB21}" vid="{3EE220F7-F497-4893-BE1F-7BB1D607421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8954E08-A2C8-44D4-BABF-5531D0DF1F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FEDA63D-DE73-4ED5-BDF0-D3D9FD35E1E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8AE25C0-66E9-4E74-9814-75E5D2A6CAB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Frosty design</Template>
  <TotalTime>343</TotalTime>
  <Words>2677</Words>
  <Application>Microsoft Office PowerPoint</Application>
  <PresentationFormat>Widescreen</PresentationFormat>
  <Paragraphs>221</Paragraphs>
  <Slides>15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Avenir Next LT Pro</vt:lpstr>
      <vt:lpstr>Calibri</vt:lpstr>
      <vt:lpstr>Goudy Old Style</vt:lpstr>
      <vt:lpstr>Wingdings</vt:lpstr>
      <vt:lpstr>FrostyVTI</vt:lpstr>
      <vt:lpstr>Granular Synchrony</vt:lpstr>
      <vt:lpstr>Abstract</vt:lpstr>
      <vt:lpstr>Introduction</vt:lpstr>
      <vt:lpstr>Motivation</vt:lpstr>
      <vt:lpstr>Limitations of Existing Models</vt:lpstr>
      <vt:lpstr>Granular Synchrony Model</vt:lpstr>
      <vt:lpstr>Consensus Under Granular Synchrony</vt:lpstr>
      <vt:lpstr>Model Variants</vt:lpstr>
      <vt:lpstr>Crash Fault-Tolerant Consensus (CFT)</vt:lpstr>
      <vt:lpstr>CFT Consensus in Granular Partial Synchrony</vt:lpstr>
      <vt:lpstr>CFT Consensus in Granular Asynchrony</vt:lpstr>
      <vt:lpstr>Byzantine Fault-Tolerant Consensus (BFT)</vt:lpstr>
      <vt:lpstr>Conclusion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Guduru Harshita</dc:creator>
  <cp:lastModifiedBy>Guduru Harshita</cp:lastModifiedBy>
  <cp:revision>10</cp:revision>
  <dcterms:created xsi:type="dcterms:W3CDTF">2025-04-15T23:40:12Z</dcterms:created>
  <dcterms:modified xsi:type="dcterms:W3CDTF">2025-04-16T15:28:28Z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